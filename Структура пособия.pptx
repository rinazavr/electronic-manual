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heme/theme2.xml" ContentType="application/vnd.openxmlformats-officedocument.theme+xml"/>
  <Override PartName="/ppt/tags/tag33.xml" ContentType="application/vnd.openxmlformats-officedocument.presentationml.tags+xml"/>
  <Override PartName="/ppt/notesSlides/notesSlide1.xml" ContentType="application/vnd.openxmlformats-officedocument.presentationml.notesSlide+xml"/>
  <Override PartName="/ppt/tags/tag34.xml" ContentType="application/vnd.openxmlformats-officedocument.presentationml.tags+xml"/>
  <Override PartName="/ppt/notesSlides/notesSlide2.xml" ContentType="application/vnd.openxmlformats-officedocument.presentationml.notesSlide+xml"/>
  <Override PartName="/ppt/tags/tag35.xml" ContentType="application/vnd.openxmlformats-officedocument.presentationml.tags+xml"/>
  <Override PartName="/ppt/notesSlides/notesSlide3.xml" ContentType="application/vnd.openxmlformats-officedocument.presentationml.notesSlide+xml"/>
  <Override PartName="/ppt/tags/tag36.xml" ContentType="application/vnd.openxmlformats-officedocument.presentationml.tags+xml"/>
  <Override PartName="/ppt/notesSlides/notesSlide4.xml" ContentType="application/vnd.openxmlformats-officedocument.presentationml.notesSlide+xml"/>
  <Override PartName="/ppt/tags/tag37.xml" ContentType="application/vnd.openxmlformats-officedocument.presentationml.tags+xml"/>
  <Override PartName="/ppt/notesSlides/notesSlide5.xml" ContentType="application/vnd.openxmlformats-officedocument.presentationml.notesSlide+xml"/>
  <Override PartName="/ppt/tags/tag38.xml" ContentType="application/vnd.openxmlformats-officedocument.presentationml.tags+xml"/>
  <Override PartName="/ppt/notesSlides/notesSlide6.xml" ContentType="application/vnd.openxmlformats-officedocument.presentationml.notesSlide+xml"/>
  <Override PartName="/ppt/tags/tag39.xml" ContentType="application/vnd.openxmlformats-officedocument.presentationml.tags+xml"/>
  <Override PartName="/ppt/notesSlides/notesSlide7.xml" ContentType="application/vnd.openxmlformats-officedocument.presentationml.notesSlide+xml"/>
  <Override PartName="/ppt/tags/tag40.xml" ContentType="application/vnd.openxmlformats-officedocument.presentationml.tags+xml"/>
  <Override PartName="/ppt/notesSlides/notesSlide8.xml" ContentType="application/vnd.openxmlformats-officedocument.presentationml.notesSlide+xml"/>
  <Override PartName="/ppt/tags/tag41.xml" ContentType="application/vnd.openxmlformats-officedocument.presentationml.tags+xml"/>
  <Override PartName="/ppt/notesSlides/notesSlide9.xml" ContentType="application/vnd.openxmlformats-officedocument.presentationml.notesSlide+xml"/>
  <Override PartName="/ppt/tags/tag42.xml" ContentType="application/vnd.openxmlformats-officedocument.presentationml.tags+xml"/>
  <Override PartName="/ppt/notesSlides/notesSlide10.xml" ContentType="application/vnd.openxmlformats-officedocument.presentationml.notesSlide+xml"/>
  <Override PartName="/ppt/tags/tag43.xml" ContentType="application/vnd.openxmlformats-officedocument.presentationml.tags+xml"/>
  <Override PartName="/ppt/notesSlides/notesSlide11.xml" ContentType="application/vnd.openxmlformats-officedocument.presentationml.notesSlide+xml"/>
  <Override PartName="/ppt/tags/tag44.xml" ContentType="application/vnd.openxmlformats-officedocument.presentationml.tags+xml"/>
  <Override PartName="/ppt/notesSlides/notesSlide12.xml" ContentType="application/vnd.openxmlformats-officedocument.presentationml.notesSlide+xml"/>
  <Override PartName="/ppt/tags/tag45.xml" ContentType="application/vnd.openxmlformats-officedocument.presentationml.tags+xml"/>
  <Override PartName="/ppt/notesSlides/notesSlide13.xml" ContentType="application/vnd.openxmlformats-officedocument.presentationml.notesSlide+xml"/>
  <Override PartName="/ppt/tags/tag46.xml" ContentType="application/vnd.openxmlformats-officedocument.presentationml.tags+xml"/>
  <Override PartName="/ppt/notesSlides/notesSlide14.xml" ContentType="application/vnd.openxmlformats-officedocument.presentationml.notesSlide+xml"/>
  <Override PartName="/ppt/tags/tag47.xml" ContentType="application/vnd.openxmlformats-officedocument.presentationml.tags+xml"/>
  <Override PartName="/ppt/notesSlides/notesSlide15.xml" ContentType="application/vnd.openxmlformats-officedocument.presentationml.notesSlide+xml"/>
  <Override PartName="/ppt/tags/tag48.xml" ContentType="application/vnd.openxmlformats-officedocument.presentationml.tags+xml"/>
  <Override PartName="/ppt/notesSlides/notesSlide16.xml" ContentType="application/vnd.openxmlformats-officedocument.presentationml.notesSlide+xml"/>
  <Override PartName="/ppt/tags/tag49.xml" ContentType="application/vnd.openxmlformats-officedocument.presentationml.tags+xml"/>
  <Override PartName="/ppt/notesSlides/notesSlide17.xml" ContentType="application/vnd.openxmlformats-officedocument.presentationml.notesSlide+xml"/>
  <Override PartName="/ppt/tags/tag50.xml" ContentType="application/vnd.openxmlformats-officedocument.presentationml.tags+xml"/>
  <Override PartName="/ppt/notesSlides/notesSlide18.xml" ContentType="application/vnd.openxmlformats-officedocument.presentationml.notesSlide+xml"/>
  <Override PartName="/ppt/tags/tag51.xml" ContentType="application/vnd.openxmlformats-officedocument.presentationml.tags+xml"/>
  <Override PartName="/ppt/notesSlides/notesSlide19.xml" ContentType="application/vnd.openxmlformats-officedocument.presentationml.notesSlide+xml"/>
  <Override PartName="/ppt/tags/tag52.xml" ContentType="application/vnd.openxmlformats-officedocument.presentationml.tags+xml"/>
  <Override PartName="/ppt/notesSlides/notesSlide20.xml" ContentType="application/vnd.openxmlformats-officedocument.presentationml.notesSlide+xml"/>
  <Override PartName="/ppt/tags/tag53.xml" ContentType="application/vnd.openxmlformats-officedocument.presentationml.tags+xml"/>
  <Override PartName="/ppt/notesSlides/notesSlide21.xml" ContentType="application/vnd.openxmlformats-officedocument.presentationml.notesSlide+xml"/>
  <Override PartName="/ppt/tags/tag54.xml" ContentType="application/vnd.openxmlformats-officedocument.presentationml.tags+xml"/>
  <Override PartName="/ppt/notesSlides/notesSlide22.xml" ContentType="application/vnd.openxmlformats-officedocument.presentationml.notesSlide+xml"/>
  <Override PartName="/ppt/tags/tag55.xml" ContentType="application/vnd.openxmlformats-officedocument.presentationml.tags+xml"/>
  <Override PartName="/ppt/notesSlides/notesSlide23.xml" ContentType="application/vnd.openxmlformats-officedocument.presentationml.notesSlide+xml"/>
  <Override PartName="/ppt/tags/tag56.xml" ContentType="application/vnd.openxmlformats-officedocument.presentationml.tags+xml"/>
  <Override PartName="/ppt/notesSlides/notesSlide24.xml" ContentType="application/vnd.openxmlformats-officedocument.presentationml.notesSlide+xml"/>
  <Override PartName="/ppt/tags/tag57.xml" ContentType="application/vnd.openxmlformats-officedocument.presentationml.tags+xml"/>
  <Override PartName="/ppt/notesSlides/notesSlide25.xml" ContentType="application/vnd.openxmlformats-officedocument.presentationml.notesSlide+xml"/>
  <Override PartName="/ppt/tags/tag58.xml" ContentType="application/vnd.openxmlformats-officedocument.presentationml.tags+xml"/>
  <Override PartName="/ppt/notesSlides/notesSlide26.xml" ContentType="application/vnd.openxmlformats-officedocument.presentationml.notesSlide+xml"/>
  <Override PartName="/ppt/tags/tag59.xml" ContentType="application/vnd.openxmlformats-officedocument.presentationml.tags+xml"/>
  <Override PartName="/ppt/notesSlides/notesSlide27.xml" ContentType="application/vnd.openxmlformats-officedocument.presentationml.notesSlide+xml"/>
  <Override PartName="/ppt/tags/tag60.xml" ContentType="application/vnd.openxmlformats-officedocument.presentationml.tags+xml"/>
  <Override PartName="/ppt/notesSlides/notesSlide28.xml" ContentType="application/vnd.openxmlformats-officedocument.presentationml.notesSlide+xml"/>
  <Override PartName="/ppt/tags/tag61.xml" ContentType="application/vnd.openxmlformats-officedocument.presentationml.tags+xml"/>
  <Override PartName="/ppt/notesSlides/notesSlide29.xml" ContentType="application/vnd.openxmlformats-officedocument.presentationml.notesSlide+xml"/>
  <Override PartName="/ppt/tags/tag62.xml" ContentType="application/vnd.openxmlformats-officedocument.presentationml.tags+xml"/>
  <Override PartName="/ppt/notesSlides/notesSlide30.xml" ContentType="application/vnd.openxmlformats-officedocument.presentationml.notesSlide+xml"/>
  <Override PartName="/ppt/tags/tag63.xml" ContentType="application/vnd.openxmlformats-officedocument.presentationml.tags+xml"/>
  <Override PartName="/ppt/notesSlides/notesSlide31.xml" ContentType="application/vnd.openxmlformats-officedocument.presentationml.notesSlide+xml"/>
  <Override PartName="/ppt/tags/tag64.xml" ContentType="application/vnd.openxmlformats-officedocument.presentationml.tags+xml"/>
  <Override PartName="/ppt/notesSlides/notesSlide32.xml" ContentType="application/vnd.openxmlformats-officedocument.presentationml.notesSlide+xml"/>
  <Override PartName="/ppt/tags/tag65.xml" ContentType="application/vnd.openxmlformats-officedocument.presentationml.tags+xml"/>
  <Override PartName="/ppt/notesSlides/notesSlide33.xml" ContentType="application/vnd.openxmlformats-officedocument.presentationml.notesSlide+xml"/>
  <Override PartName="/ppt/tags/tag66.xml" ContentType="application/vnd.openxmlformats-officedocument.presentationml.tags+xml"/>
  <Override PartName="/ppt/notesSlides/notesSlide34.xml" ContentType="application/vnd.openxmlformats-officedocument.presentationml.notesSlide+xml"/>
  <Override PartName="/ppt/tags/tag67.xml" ContentType="application/vnd.openxmlformats-officedocument.presentationml.tags+xml"/>
  <Override PartName="/ppt/notesSlides/notesSlide35.xml" ContentType="application/vnd.openxmlformats-officedocument.presentationml.notesSlide+xml"/>
  <Override PartName="/ppt/tags/tag68.xml" ContentType="application/vnd.openxmlformats-officedocument.presentationml.tags+xml"/>
  <Override PartName="/ppt/notesSlides/notesSlide36.xml" ContentType="application/vnd.openxmlformats-officedocument.presentationml.notesSlide+xml"/>
  <Override PartName="/ppt/tags/tag69.xml" ContentType="application/vnd.openxmlformats-officedocument.presentationml.tags+xml"/>
  <Override PartName="/ppt/notesSlides/notesSlide37.xml" ContentType="application/vnd.openxmlformats-officedocument.presentationml.notesSlide+xml"/>
  <Override PartName="/ppt/tags/tag70.xml" ContentType="application/vnd.openxmlformats-officedocument.presentationml.tags+xml"/>
  <Override PartName="/ppt/notesSlides/notesSlide38.xml" ContentType="application/vnd.openxmlformats-officedocument.presentationml.notesSlide+xml"/>
  <Override PartName="/ppt/tags/tag71.xml" ContentType="application/vnd.openxmlformats-officedocument.presentationml.tags+xml"/>
  <Override PartName="/ppt/notesSlides/notesSlide39.xml" ContentType="application/vnd.openxmlformats-officedocument.presentationml.notesSlide+xml"/>
  <Override PartName="/ppt/tags/tag72.xml" ContentType="application/vnd.openxmlformats-officedocument.presentationml.tags+xml"/>
  <Override PartName="/ppt/notesSlides/notesSlide40.xml" ContentType="application/vnd.openxmlformats-officedocument.presentationml.notesSlide+xml"/>
  <Override PartName="/ppt/tags/tag73.xml" ContentType="application/vnd.openxmlformats-officedocument.presentationml.tags+xml"/>
  <Override PartName="/ppt/notesSlides/notesSlide41.xml" ContentType="application/vnd.openxmlformats-officedocument.presentationml.notesSlide+xml"/>
  <Override PartName="/ppt/tags/tag74.xml" ContentType="application/vnd.openxmlformats-officedocument.presentationml.tags+xml"/>
  <Override PartName="/ppt/notesSlides/notesSlide42.xml" ContentType="application/vnd.openxmlformats-officedocument.presentationml.notesSlide+xml"/>
  <Override PartName="/ppt/tags/tag75.xml" ContentType="application/vnd.openxmlformats-officedocument.presentationml.tags+xml"/>
  <Override PartName="/ppt/notesSlides/notesSlide43.xml" ContentType="application/vnd.openxmlformats-officedocument.presentationml.notesSlide+xml"/>
  <Override PartName="/ppt/tags/tag76.xml" ContentType="application/vnd.openxmlformats-officedocument.presentationml.tags+xml"/>
  <Override PartName="/ppt/notesSlides/notesSlide44.xml" ContentType="application/vnd.openxmlformats-officedocument.presentationml.notesSlide+xml"/>
  <Override PartName="/ppt/tags/tag77.xml" ContentType="application/vnd.openxmlformats-officedocument.presentationml.tags+xml"/>
  <Override PartName="/ppt/notesSlides/notesSlide45.xml" ContentType="application/vnd.openxmlformats-officedocument.presentationml.notesSlide+xml"/>
  <Override PartName="/ppt/tags/tag78.xml" ContentType="application/vnd.openxmlformats-officedocument.presentationml.tags+xml"/>
  <Override PartName="/ppt/notesSlides/notesSlide46.xml" ContentType="application/vnd.openxmlformats-officedocument.presentationml.notesSlide+xml"/>
  <Override PartName="/ppt/tags/tag79.xml" ContentType="application/vnd.openxmlformats-officedocument.presentationml.tags+xml"/>
  <Override PartName="/ppt/notesSlides/notesSlide47.xml" ContentType="application/vnd.openxmlformats-officedocument.presentationml.notesSlide+xml"/>
  <Override PartName="/ppt/tags/tag80.xml" ContentType="application/vnd.openxmlformats-officedocument.presentationml.tags+xml"/>
  <Override PartName="/ppt/notesSlides/notesSlide48.xml" ContentType="application/vnd.openxmlformats-officedocument.presentationml.notesSlide+xml"/>
  <Override PartName="/ppt/tags/tag81.xml" ContentType="application/vnd.openxmlformats-officedocument.presentationml.tags+xml"/>
  <Override PartName="/ppt/notesSlides/notesSlide49.xml" ContentType="application/vnd.openxmlformats-officedocument.presentationml.notesSlide+xml"/>
  <Override PartName="/ppt/tags/tag82.xml" ContentType="application/vnd.openxmlformats-officedocument.presentationml.tags+xml"/>
  <Override PartName="/ppt/notesSlides/notesSlide50.xml" ContentType="application/vnd.openxmlformats-officedocument.presentationml.notesSlide+xml"/>
  <Override PartName="/ppt/tags/tag83.xml" ContentType="application/vnd.openxmlformats-officedocument.presentationml.tags+xml"/>
  <Override PartName="/ppt/notesSlides/notesSlide51.xml" ContentType="application/vnd.openxmlformats-officedocument.presentationml.notesSlide+xml"/>
  <Override PartName="/ppt/tags/tag84.xml" ContentType="application/vnd.openxmlformats-officedocument.presentationml.tags+xml"/>
  <Override PartName="/ppt/notesSlides/notesSlide52.xml" ContentType="application/vnd.openxmlformats-officedocument.presentationml.notesSlide+xml"/>
  <Override PartName="/ppt/tags/tag85.xml" ContentType="application/vnd.openxmlformats-officedocument.presentationml.tags+xml"/>
  <Override PartName="/ppt/notesSlides/notesSlide53.xml" ContentType="application/vnd.openxmlformats-officedocument.presentationml.notesSlide+xml"/>
  <Override PartName="/ppt/tags/tag86.xml" ContentType="application/vnd.openxmlformats-officedocument.presentationml.tags+xml"/>
  <Override PartName="/ppt/notesSlides/notesSlide54.xml" ContentType="application/vnd.openxmlformats-officedocument.presentationml.notesSlide+xml"/>
  <Override PartName="/ppt/tags/tag87.xml" ContentType="application/vnd.openxmlformats-officedocument.presentationml.tags+xml"/>
  <Override PartName="/ppt/notesSlides/notesSlide55.xml" ContentType="application/vnd.openxmlformats-officedocument.presentationml.notesSlide+xml"/>
  <Override PartName="/ppt/tags/tag88.xml" ContentType="application/vnd.openxmlformats-officedocument.presentationml.tags+xml"/>
  <Override PartName="/ppt/notesSlides/notesSlide56.xml" ContentType="application/vnd.openxmlformats-officedocument.presentationml.notesSlide+xml"/>
  <Override PartName="/ppt/tags/tag89.xml" ContentType="application/vnd.openxmlformats-officedocument.presentationml.tags+xml"/>
  <Override PartName="/ppt/notesSlides/notesSlide57.xml" ContentType="application/vnd.openxmlformats-officedocument.presentationml.notesSlide+xml"/>
  <Override PartName="/ppt/tags/tag90.xml" ContentType="application/vnd.openxmlformats-officedocument.presentationml.tags+xml"/>
  <Override PartName="/ppt/notesSlides/notesSlide58.xml" ContentType="application/vnd.openxmlformats-officedocument.presentationml.notesSlide+xml"/>
  <Override PartName="/ppt/tags/tag91.xml" ContentType="application/vnd.openxmlformats-officedocument.presentationml.tags+xml"/>
  <Override PartName="/ppt/notesSlides/notesSlide59.xml" ContentType="application/vnd.openxmlformats-officedocument.presentationml.notesSlide+xml"/>
  <Override PartName="/ppt/tags/tag92.xml" ContentType="application/vnd.openxmlformats-officedocument.presentationml.tags+xml"/>
  <Override PartName="/ppt/notesSlides/notesSlide60.xml" ContentType="application/vnd.openxmlformats-officedocument.presentationml.notesSlide+xml"/>
  <Override PartName="/ppt/tags/tag93.xml" ContentType="application/vnd.openxmlformats-officedocument.presentationml.tags+xml"/>
  <Override PartName="/ppt/notesSlides/notesSlide61.xml" ContentType="application/vnd.openxmlformats-officedocument.presentationml.notesSlide+xml"/>
  <Override PartName="/ppt/tags/tag94.xml" ContentType="application/vnd.openxmlformats-officedocument.presentationml.tags+xml"/>
  <Override PartName="/ppt/notesSlides/notesSlide62.xml" ContentType="application/vnd.openxmlformats-officedocument.presentationml.notesSlide+xml"/>
  <Override PartName="/ppt/tags/tag95.xml" ContentType="application/vnd.openxmlformats-officedocument.presentationml.tags+xml"/>
  <Override PartName="/ppt/notesSlides/notesSlide63.xml" ContentType="application/vnd.openxmlformats-officedocument.presentationml.notesSlide+xml"/>
  <Override PartName="/ppt/tags/tag96.xml" ContentType="application/vnd.openxmlformats-officedocument.presentationml.tags+xml"/>
  <Override PartName="/ppt/notesSlides/notesSlide64.xml" ContentType="application/vnd.openxmlformats-officedocument.presentationml.notesSlide+xml"/>
  <Override PartName="/ppt/tags/tag97.xml" ContentType="application/vnd.openxmlformats-officedocument.presentationml.tags+xml"/>
  <Override PartName="/ppt/notesSlides/notesSlide65.xml" ContentType="application/vnd.openxmlformats-officedocument.presentationml.notesSlide+xml"/>
  <Override PartName="/ppt/tags/tag98.xml" ContentType="application/vnd.openxmlformats-officedocument.presentationml.tags+xml"/>
  <Override PartName="/ppt/notesSlides/notesSlide66.xml" ContentType="application/vnd.openxmlformats-officedocument.presentationml.notesSlide+xml"/>
  <Override PartName="/ppt/tags/tag99.xml" ContentType="application/vnd.openxmlformats-officedocument.presentationml.tags+xml"/>
  <Override PartName="/ppt/notesSlides/notesSlide67.xml" ContentType="application/vnd.openxmlformats-officedocument.presentationml.notesSlide+xml"/>
  <Override PartName="/ppt/tags/tag100.xml" ContentType="application/vnd.openxmlformats-officedocument.presentationml.tags+xml"/>
  <Override PartName="/ppt/notesSlides/notesSlide68.xml" ContentType="application/vnd.openxmlformats-officedocument.presentationml.notesSlide+xml"/>
  <Override PartName="/ppt/tags/tag101.xml" ContentType="application/vnd.openxmlformats-officedocument.presentationml.tags+xml"/>
  <Override PartName="/ppt/notesSlides/notesSlide69.xml" ContentType="application/vnd.openxmlformats-officedocument.presentationml.notesSlide+xml"/>
  <Override PartName="/ppt/tags/tag102.xml" ContentType="application/vnd.openxmlformats-officedocument.presentationml.tags+xml"/>
  <Override PartName="/ppt/notesSlides/notesSlide70.xml" ContentType="application/vnd.openxmlformats-officedocument.presentationml.notesSlide+xml"/>
  <Override PartName="/ppt/tags/tag103.xml" ContentType="application/vnd.openxmlformats-officedocument.presentationml.tags+xml"/>
  <Override PartName="/ppt/notesSlides/notesSlide71.xml" ContentType="application/vnd.openxmlformats-officedocument.presentationml.notesSlide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4"/>
  </p:notesMasterIdLst>
  <p:sldIdLst>
    <p:sldId id="258" r:id="rId2"/>
    <p:sldId id="256" r:id="rId3"/>
    <p:sldId id="260" r:id="rId4"/>
    <p:sldId id="265" r:id="rId5"/>
    <p:sldId id="267" r:id="rId6"/>
    <p:sldId id="268" r:id="rId7"/>
    <p:sldId id="269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4" r:id="rId18"/>
    <p:sldId id="285" r:id="rId19"/>
    <p:sldId id="286" r:id="rId20"/>
    <p:sldId id="287" r:id="rId21"/>
    <p:sldId id="288" r:id="rId22"/>
    <p:sldId id="289" r:id="rId23"/>
    <p:sldId id="292" r:id="rId24"/>
    <p:sldId id="290" r:id="rId25"/>
    <p:sldId id="293" r:id="rId26"/>
    <p:sldId id="323" r:id="rId27"/>
    <p:sldId id="324" r:id="rId28"/>
    <p:sldId id="270" r:id="rId29"/>
    <p:sldId id="281" r:id="rId30"/>
    <p:sldId id="271" r:id="rId31"/>
    <p:sldId id="282" r:id="rId32"/>
    <p:sldId id="283" r:id="rId33"/>
    <p:sldId id="318" r:id="rId34"/>
    <p:sldId id="319" r:id="rId35"/>
    <p:sldId id="320" r:id="rId36"/>
    <p:sldId id="321" r:id="rId37"/>
    <p:sldId id="261" r:id="rId38"/>
    <p:sldId id="307" r:id="rId39"/>
    <p:sldId id="295" r:id="rId40"/>
    <p:sldId id="296" r:id="rId41"/>
    <p:sldId id="294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25" r:id="rId62"/>
    <p:sldId id="335" r:id="rId63"/>
    <p:sldId id="317" r:id="rId64"/>
    <p:sldId id="322" r:id="rId65"/>
    <p:sldId id="326" r:id="rId66"/>
    <p:sldId id="327" r:id="rId67"/>
    <p:sldId id="328" r:id="rId68"/>
    <p:sldId id="329" r:id="rId69"/>
    <p:sldId id="330" r:id="rId70"/>
    <p:sldId id="331" r:id="rId71"/>
    <p:sldId id="332" r:id="rId72"/>
    <p:sldId id="263" r:id="rId73"/>
  </p:sldIdLst>
  <p:sldSz cx="12192000" cy="6858000"/>
  <p:notesSz cx="6858000" cy="9144000"/>
  <p:custDataLst>
    <p:tags r:id="rId75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1" autoAdjust="0"/>
    <p:restoredTop sz="94063" autoAdjust="0"/>
  </p:normalViewPr>
  <p:slideViewPr>
    <p:cSldViewPr snapToGrid="0">
      <p:cViewPr varScale="1">
        <p:scale>
          <a:sx n="78" d="100"/>
          <a:sy n="78" d="100"/>
        </p:scale>
        <p:origin x="773" y="58"/>
      </p:cViewPr>
      <p:guideLst/>
    </p:cSldViewPr>
  </p:slideViewPr>
  <p:outlineViewPr>
    <p:cViewPr>
      <p:scale>
        <a:sx n="33" d="100"/>
        <a:sy n="33" d="100"/>
      </p:scale>
      <p:origin x="0" y="-21235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E8EB26-ADE8-452B-BE0A-6E6B4E0497B7}" type="datetimeFigureOut">
              <a:rPr lang="ru-RU" smtClean="0"/>
              <a:t>16.05.2022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AA24BD-DAD4-40CE-840A-EE80CB89F5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4283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6505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EEECAA-3C84-430A-95A1-B4F460996DB5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60783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265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9962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90173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15157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33979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57441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63786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43909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07385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58924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12568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78917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91469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229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4335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24745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51679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43670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47435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14498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32970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17641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1263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43683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458975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696248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495963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116866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904393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83775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197109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17086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58191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593604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834164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019878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874951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217652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311217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796578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751384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4050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04011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988094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903767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712165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83481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00148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652650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285446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025993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654900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529113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378821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097130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58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176052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76822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098080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513394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62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649627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120684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842123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AA24BD-DAD4-40CE-840A-EE80CB89F521}" type="slidenum">
              <a:rPr lang="ru-RU" smtClean="0"/>
              <a:t>65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579317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66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45043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67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7090314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68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016168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AA24BD-DAD4-40CE-840A-EE80CB89F521}" type="slidenum">
              <a:rPr lang="ru-RU" smtClean="0"/>
              <a:t>69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7203702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70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9872406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71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2832862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EEECAA-3C84-430A-95A1-B4F460996DB5}" type="slidenum">
              <a:rPr lang="ru-RU" smtClean="0"/>
              <a:pPr/>
              <a:t>72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4948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Титульный слайд курса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Картинка  1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ru-RU"/>
              <a:t>Нажмите на иконку чтобы добавить картинку</a:t>
            </a:r>
            <a:endParaRPr lang="ru-RU" dirty="0"/>
          </a:p>
        </p:txBody>
      </p:sp>
      <p:sp>
        <p:nvSpPr>
          <p:cNvPr id="3" name="Подзаголовок  1"/>
          <p:cNvSpPr>
            <a:spLocks noGrp="1"/>
          </p:cNvSpPr>
          <p:nvPr>
            <p:ph type="subTitle" idx="1" hasCustomPrompt="1"/>
          </p:nvPr>
        </p:nvSpPr>
        <p:spPr>
          <a:xfrm>
            <a:off x="1524000" y="4105275"/>
            <a:ext cx="9144000" cy="1655762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Введите подзаголовок</a:t>
            </a:r>
            <a:endParaRPr lang="ru-RU" dirty="0"/>
          </a:p>
        </p:txBody>
      </p:sp>
      <p:sp>
        <p:nvSpPr>
          <p:cNvPr id="2" name="Заголовок"/>
          <p:cNvSpPr>
            <a:spLocks noGrp="1"/>
          </p:cNvSpPr>
          <p:nvPr>
            <p:ph type="ctrTitle" hasCustomPrompt="1"/>
          </p:nvPr>
        </p:nvSpPr>
        <p:spPr>
          <a:xfrm>
            <a:off x="1524000" y="1420019"/>
            <a:ext cx="9144000" cy="2387600"/>
          </a:xfrm>
        </p:spPr>
        <p:txBody>
          <a:bodyPr anchor="b">
            <a:noAutofit/>
          </a:bodyPr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/>
              <a:t>Введите заголовок</a:t>
            </a:r>
            <a:endParaRPr lang="ru-RU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8188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Глава курса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Картинка  1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ru-RU"/>
              <a:t>Нажмите на иконку чтобы добавить картинку</a:t>
            </a:r>
            <a:endParaRPr lang="ru-RU" dirty="0"/>
          </a:p>
        </p:txBody>
      </p:sp>
      <p:sp>
        <p:nvSpPr>
          <p:cNvPr id="13" name="Подзаголовок  1"/>
          <p:cNvSpPr>
            <a:spLocks noGrp="1"/>
          </p:cNvSpPr>
          <p:nvPr>
            <p:ph type="subTitle" idx="1" hasCustomPrompt="1"/>
          </p:nvPr>
        </p:nvSpPr>
        <p:spPr>
          <a:xfrm>
            <a:off x="1361831" y="4458778"/>
            <a:ext cx="6804212" cy="1655762"/>
          </a:xfrm>
        </p:spPr>
        <p:txBody>
          <a:bodyPr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Введите подзаголовок</a:t>
            </a:r>
            <a:endParaRPr lang="ru-RU" dirty="0"/>
          </a:p>
        </p:txBody>
      </p:sp>
      <p:sp>
        <p:nvSpPr>
          <p:cNvPr id="12" name="Заголовок"/>
          <p:cNvSpPr>
            <a:spLocks noGrp="1"/>
          </p:cNvSpPr>
          <p:nvPr>
            <p:ph type="ctrTitle" hasCustomPrompt="1"/>
          </p:nvPr>
        </p:nvSpPr>
        <p:spPr>
          <a:xfrm>
            <a:off x="1330218" y="2574277"/>
            <a:ext cx="9540982" cy="1374892"/>
          </a:xfrm>
        </p:spPr>
        <p:txBody>
          <a:bodyPr anchor="t">
            <a:no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ru-RU"/>
              <a:t>Введите заголовок</a:t>
            </a:r>
            <a:endParaRPr lang="ru-RU" dirty="0"/>
          </a:p>
        </p:txBody>
      </p:sp>
      <p:sp>
        <p:nvSpPr>
          <p:cNvPr id="3" name="Текст  1"/>
          <p:cNvSpPr>
            <a:spLocks noGrp="1"/>
          </p:cNvSpPr>
          <p:nvPr>
            <p:ph type="body" sz="quarter" idx="10" hasCustomPrompt="1"/>
          </p:nvPr>
        </p:nvSpPr>
        <p:spPr>
          <a:xfrm>
            <a:off x="1330324" y="1201738"/>
            <a:ext cx="4814443" cy="585787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bg1"/>
                </a:solidFill>
                <a:latin typeface="+mn-lt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8568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Картинка  1"/>
          <p:cNvSpPr>
            <a:spLocks noGrp="1"/>
          </p:cNvSpPr>
          <p:nvPr>
            <p:ph type="pic" idx="1" hasCustomPrompt="1"/>
          </p:nvPr>
        </p:nvSpPr>
        <p:spPr>
          <a:xfrm>
            <a:off x="8416802" y="-2792"/>
            <a:ext cx="3775198" cy="686079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Нажмите на иконку чтобы добавить картинку</a:t>
            </a:r>
            <a:endParaRPr lang="ru-RU" dirty="0"/>
          </a:p>
        </p:txBody>
      </p:sp>
      <p:sp>
        <p:nvSpPr>
          <p:cNvPr id="35" name="Текст  1"/>
          <p:cNvSpPr>
            <a:spLocks noGrp="1"/>
          </p:cNvSpPr>
          <p:nvPr>
            <p:ph type="body" sz="quarter" idx="35" hasCustomPrompt="1"/>
          </p:nvPr>
        </p:nvSpPr>
        <p:spPr>
          <a:xfrm>
            <a:off x="926281" y="5565802"/>
            <a:ext cx="6136653" cy="554707"/>
          </a:xfrm>
          <a:prstGeom prst="roundRect">
            <a:avLst>
              <a:gd name="adj" fmla="val 4771"/>
            </a:avLst>
          </a:prstGeom>
          <a:noFill/>
        </p:spPr>
        <p:txBody>
          <a:bodyPr lIns="216000" anchor="ctr" anchorCtr="0">
            <a:noAutofit/>
          </a:bodyPr>
          <a:lstStyle>
            <a:lvl1pPr marL="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34" name="Текст  2"/>
          <p:cNvSpPr>
            <a:spLocks noGrp="1"/>
          </p:cNvSpPr>
          <p:nvPr>
            <p:ph type="body" sz="quarter" idx="34" hasCustomPrompt="1"/>
          </p:nvPr>
        </p:nvSpPr>
        <p:spPr>
          <a:xfrm>
            <a:off x="926281" y="4713901"/>
            <a:ext cx="6136653" cy="554707"/>
          </a:xfrm>
          <a:prstGeom prst="roundRect">
            <a:avLst>
              <a:gd name="adj" fmla="val 4771"/>
            </a:avLst>
          </a:prstGeom>
          <a:noFill/>
        </p:spPr>
        <p:txBody>
          <a:bodyPr lIns="216000" anchor="ctr" anchorCtr="0">
            <a:noAutofit/>
          </a:bodyPr>
          <a:lstStyle>
            <a:lvl1pPr marL="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29" name="Текст  3"/>
          <p:cNvSpPr>
            <a:spLocks noGrp="1"/>
          </p:cNvSpPr>
          <p:nvPr>
            <p:ph type="body" sz="quarter" idx="33" hasCustomPrompt="1"/>
          </p:nvPr>
        </p:nvSpPr>
        <p:spPr>
          <a:xfrm>
            <a:off x="926281" y="3862000"/>
            <a:ext cx="6136653" cy="554707"/>
          </a:xfrm>
          <a:prstGeom prst="roundRect">
            <a:avLst>
              <a:gd name="adj" fmla="val 4771"/>
            </a:avLst>
          </a:prstGeom>
          <a:noFill/>
        </p:spPr>
        <p:txBody>
          <a:bodyPr lIns="216000" anchor="ctr" anchorCtr="0">
            <a:noAutofit/>
          </a:bodyPr>
          <a:lstStyle>
            <a:lvl1pPr marL="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28" name="Текст  4"/>
          <p:cNvSpPr>
            <a:spLocks noGrp="1"/>
          </p:cNvSpPr>
          <p:nvPr>
            <p:ph type="body" sz="quarter" idx="32" hasCustomPrompt="1"/>
          </p:nvPr>
        </p:nvSpPr>
        <p:spPr>
          <a:xfrm>
            <a:off x="926281" y="3010099"/>
            <a:ext cx="6136653" cy="554707"/>
          </a:xfrm>
          <a:prstGeom prst="roundRect">
            <a:avLst>
              <a:gd name="adj" fmla="val 4771"/>
            </a:avLst>
          </a:prstGeom>
          <a:noFill/>
        </p:spPr>
        <p:txBody>
          <a:bodyPr lIns="216000" anchor="ctr" anchorCtr="0">
            <a:noAutofit/>
          </a:bodyPr>
          <a:lstStyle>
            <a:lvl1pPr marL="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10" name="Текст  5"/>
          <p:cNvSpPr>
            <a:spLocks noGrp="1"/>
          </p:cNvSpPr>
          <p:nvPr>
            <p:ph type="body" sz="quarter" idx="31" hasCustomPrompt="1"/>
          </p:nvPr>
        </p:nvSpPr>
        <p:spPr>
          <a:xfrm>
            <a:off x="909439" y="2158198"/>
            <a:ext cx="6136653" cy="554707"/>
          </a:xfrm>
          <a:prstGeom prst="roundRect">
            <a:avLst>
              <a:gd name="adj" fmla="val 4771"/>
            </a:avLst>
          </a:prstGeom>
          <a:noFill/>
        </p:spPr>
        <p:txBody>
          <a:bodyPr lIns="216000" anchor="ctr" anchorCtr="0">
            <a:noAutofit/>
          </a:bodyPr>
          <a:lstStyle>
            <a:lvl1pPr marL="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8" name="Заголовок"/>
          <p:cNvSpPr>
            <a:spLocks noGrp="1"/>
          </p:cNvSpPr>
          <p:nvPr>
            <p:ph type="title" hasCustomPrompt="1"/>
          </p:nvPr>
        </p:nvSpPr>
        <p:spPr>
          <a:xfrm>
            <a:off x="796427" y="120644"/>
            <a:ext cx="6750786" cy="1113796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ru-RU"/>
              <a:t>Введите заголовок</a:t>
            </a:r>
            <a:endParaRPr lang="ru-RU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47502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Цел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 1"/>
          <p:cNvSpPr>
            <a:spLocks noGrp="1"/>
          </p:cNvSpPr>
          <p:nvPr>
            <p:ph type="body" sz="quarter" idx="24" hasCustomPrompt="1"/>
          </p:nvPr>
        </p:nvSpPr>
        <p:spPr>
          <a:xfrm>
            <a:off x="7294814" y="5105663"/>
            <a:ext cx="4320000" cy="648000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6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14" name="Текст  2"/>
          <p:cNvSpPr>
            <a:spLocks noGrp="1"/>
          </p:cNvSpPr>
          <p:nvPr>
            <p:ph type="body" sz="quarter" idx="23" hasCustomPrompt="1"/>
          </p:nvPr>
        </p:nvSpPr>
        <p:spPr>
          <a:xfrm>
            <a:off x="7294814" y="3983085"/>
            <a:ext cx="4320000" cy="648000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6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13" name="Текст  3"/>
          <p:cNvSpPr>
            <a:spLocks noGrp="1"/>
          </p:cNvSpPr>
          <p:nvPr>
            <p:ph type="body" sz="quarter" idx="22" hasCustomPrompt="1"/>
          </p:nvPr>
        </p:nvSpPr>
        <p:spPr>
          <a:xfrm>
            <a:off x="7294814" y="2924377"/>
            <a:ext cx="4320000" cy="648000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6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12" name="Текст  4"/>
          <p:cNvSpPr>
            <a:spLocks noGrp="1"/>
          </p:cNvSpPr>
          <p:nvPr>
            <p:ph type="body" sz="quarter" idx="21" hasCustomPrompt="1"/>
          </p:nvPr>
        </p:nvSpPr>
        <p:spPr>
          <a:xfrm>
            <a:off x="1642676" y="5105663"/>
            <a:ext cx="4320000" cy="648000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6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11" name="Текст  5"/>
          <p:cNvSpPr>
            <a:spLocks noGrp="1"/>
          </p:cNvSpPr>
          <p:nvPr>
            <p:ph type="body" sz="quarter" idx="20" hasCustomPrompt="1"/>
          </p:nvPr>
        </p:nvSpPr>
        <p:spPr>
          <a:xfrm>
            <a:off x="1642676" y="4021973"/>
            <a:ext cx="4320000" cy="648000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6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29" name="Текст  6"/>
          <p:cNvSpPr>
            <a:spLocks noGrp="1"/>
          </p:cNvSpPr>
          <p:nvPr>
            <p:ph type="body" sz="quarter" idx="11" hasCustomPrompt="1"/>
          </p:nvPr>
        </p:nvSpPr>
        <p:spPr>
          <a:xfrm>
            <a:off x="1643542" y="2934894"/>
            <a:ext cx="4320000" cy="648000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6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10" name="Текст  7"/>
          <p:cNvSpPr>
            <a:spLocks noGrp="1"/>
          </p:cNvSpPr>
          <p:nvPr>
            <p:ph type="body" sz="quarter" idx="19" hasCustomPrompt="1"/>
          </p:nvPr>
        </p:nvSpPr>
        <p:spPr>
          <a:xfrm>
            <a:off x="796426" y="2017527"/>
            <a:ext cx="10530388" cy="669565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7" name="Заголовок"/>
          <p:cNvSpPr>
            <a:spLocks noGrp="1"/>
          </p:cNvSpPr>
          <p:nvPr>
            <p:ph type="title" hasCustomPrompt="1"/>
          </p:nvPr>
        </p:nvSpPr>
        <p:spPr>
          <a:xfrm>
            <a:off x="796426" y="120644"/>
            <a:ext cx="10557375" cy="1136791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ru-RU"/>
              <a:t>Введите заголовок</a:t>
            </a:r>
            <a:endParaRPr lang="ru-RU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131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Определе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 1"/>
          <p:cNvSpPr>
            <a:spLocks noGrp="1"/>
          </p:cNvSpPr>
          <p:nvPr>
            <p:ph type="body" sz="quarter" idx="19" hasCustomPrompt="1"/>
          </p:nvPr>
        </p:nvSpPr>
        <p:spPr>
          <a:xfrm>
            <a:off x="796426" y="1903600"/>
            <a:ext cx="10557374" cy="669565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11" name="Заголовок"/>
          <p:cNvSpPr>
            <a:spLocks noGrp="1"/>
          </p:cNvSpPr>
          <p:nvPr>
            <p:ph type="title" hasCustomPrompt="1"/>
          </p:nvPr>
        </p:nvSpPr>
        <p:spPr>
          <a:xfrm>
            <a:off x="796426" y="120644"/>
            <a:ext cx="10557375" cy="1136791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ru-RU"/>
              <a:t>Введите заголовок</a:t>
            </a:r>
            <a:endParaRPr lang="ru-RU" dirty="0"/>
          </a:p>
        </p:txBody>
      </p:sp>
      <p:sp>
        <p:nvSpPr>
          <p:cNvPr id="3" name="Таблица"/>
          <p:cNvSpPr>
            <a:spLocks noGrp="1"/>
          </p:cNvSpPr>
          <p:nvPr>
            <p:ph type="tbl" sz="quarter" idx="20" hasCustomPrompt="1"/>
          </p:nvPr>
        </p:nvSpPr>
        <p:spPr>
          <a:xfrm>
            <a:off x="796925" y="2760663"/>
            <a:ext cx="10556875" cy="3648075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Таблица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4689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86093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"/>
          <p:cNvSpPr>
            <a:spLocks noGrp="1"/>
          </p:cNvSpPr>
          <p:nvPr>
            <p:ph type="title" hasCustomPrompt="1"/>
          </p:nvPr>
        </p:nvSpPr>
        <p:spPr>
          <a:xfrm>
            <a:off x="796426" y="120644"/>
            <a:ext cx="10557375" cy="1136791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ru-RU"/>
              <a:t>Введите заголовок</a:t>
            </a:r>
            <a:endParaRPr lang="ru-RU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1566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0/70 Картинка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Картинка  1"/>
          <p:cNvSpPr>
            <a:spLocks noGrp="1"/>
          </p:cNvSpPr>
          <p:nvPr>
            <p:ph type="pic" idx="1" hasCustomPrompt="1"/>
          </p:nvPr>
        </p:nvSpPr>
        <p:spPr>
          <a:xfrm>
            <a:off x="4851400" y="0"/>
            <a:ext cx="7341891" cy="685799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Нажмите на иконку чтобы добавить картинку</a:t>
            </a:r>
            <a:endParaRPr lang="ru-RU" dirty="0"/>
          </a:p>
        </p:txBody>
      </p:sp>
      <p:sp>
        <p:nvSpPr>
          <p:cNvPr id="5" name="Текст  1"/>
          <p:cNvSpPr>
            <a:spLocks noGrp="1"/>
          </p:cNvSpPr>
          <p:nvPr>
            <p:ph type="body" sz="half" idx="2" hasCustomPrompt="1"/>
          </p:nvPr>
        </p:nvSpPr>
        <p:spPr>
          <a:xfrm>
            <a:off x="707574" y="2536941"/>
            <a:ext cx="3678161" cy="3897682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10" name="Заголовок"/>
          <p:cNvSpPr>
            <a:spLocks noGrp="1"/>
          </p:cNvSpPr>
          <p:nvPr>
            <p:ph type="title" hasCustomPrompt="1"/>
          </p:nvPr>
        </p:nvSpPr>
        <p:spPr>
          <a:xfrm>
            <a:off x="707574" y="546652"/>
            <a:ext cx="3678160" cy="1273681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ru-RU"/>
              <a:t>Введите заголовок</a:t>
            </a:r>
            <a:endParaRPr lang="ru-RU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37093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0/30 Картинка сле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Картинка  1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4852663" cy="685799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Нажмите на иконку чтобы добавить картинку</a:t>
            </a:r>
            <a:endParaRPr lang="ru-RU" dirty="0"/>
          </a:p>
        </p:txBody>
      </p:sp>
      <p:sp>
        <p:nvSpPr>
          <p:cNvPr id="5" name="Текст  1"/>
          <p:cNvSpPr>
            <a:spLocks noGrp="1"/>
          </p:cNvSpPr>
          <p:nvPr>
            <p:ph type="body" sz="half" idx="2" hasCustomPrompt="1"/>
          </p:nvPr>
        </p:nvSpPr>
        <p:spPr>
          <a:xfrm>
            <a:off x="5550522" y="1941916"/>
            <a:ext cx="5803277" cy="4226871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10" name="Заголовок"/>
          <p:cNvSpPr>
            <a:spLocks noGrp="1"/>
          </p:cNvSpPr>
          <p:nvPr>
            <p:ph type="title" hasCustomPrompt="1"/>
          </p:nvPr>
        </p:nvSpPr>
        <p:spPr>
          <a:xfrm>
            <a:off x="5550522" y="120644"/>
            <a:ext cx="5803277" cy="1136791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ru-RU"/>
              <a:t>Введите заголовок</a:t>
            </a:r>
            <a:endParaRPr lang="ru-RU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90694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0/50 Картинка сверх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Картинка  1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342053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Нажмите на иконку чтобы добавить картинку</a:t>
            </a:r>
            <a:endParaRPr lang="ru-RU" dirty="0"/>
          </a:p>
        </p:txBody>
      </p:sp>
      <p:sp>
        <p:nvSpPr>
          <p:cNvPr id="5" name="Текст  1"/>
          <p:cNvSpPr>
            <a:spLocks noGrp="1"/>
          </p:cNvSpPr>
          <p:nvPr>
            <p:ph type="body" sz="half" idx="2" hasCustomPrompt="1"/>
          </p:nvPr>
        </p:nvSpPr>
        <p:spPr>
          <a:xfrm>
            <a:off x="817312" y="5066115"/>
            <a:ext cx="10557375" cy="1211855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8" name="Заголовок"/>
          <p:cNvSpPr>
            <a:spLocks noGrp="1"/>
          </p:cNvSpPr>
          <p:nvPr>
            <p:ph type="title" hasCustomPrompt="1"/>
          </p:nvPr>
        </p:nvSpPr>
        <p:spPr>
          <a:xfrm>
            <a:off x="817312" y="3644240"/>
            <a:ext cx="10557375" cy="724035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ru-RU"/>
              <a:t>Введите заголовок</a:t>
            </a:r>
            <a:endParaRPr lang="ru-RU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03021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0/50 Картинка сле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Картинка  1"/>
          <p:cNvSpPr>
            <a:spLocks noGrp="1"/>
          </p:cNvSpPr>
          <p:nvPr>
            <p:ph type="pic" idx="1" hasCustomPrompt="1"/>
          </p:nvPr>
        </p:nvSpPr>
        <p:spPr>
          <a:xfrm>
            <a:off x="-1" y="0"/>
            <a:ext cx="6096001" cy="6857999"/>
          </a:xfrm>
        </p:spPr>
        <p:txBody>
          <a:bodyPr>
            <a:normAutofit/>
          </a:bodyPr>
          <a:lstStyle>
            <a:lvl1pPr marL="0" indent="0">
              <a:buNone/>
              <a:defRPr sz="1600" baseline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Нажмите на иконку чтобы добавить картинку</a:t>
            </a:r>
            <a:endParaRPr lang="ru-RU" dirty="0"/>
          </a:p>
        </p:txBody>
      </p:sp>
      <p:sp>
        <p:nvSpPr>
          <p:cNvPr id="4" name="Текст  1"/>
          <p:cNvSpPr>
            <a:spLocks noGrp="1"/>
          </p:cNvSpPr>
          <p:nvPr>
            <p:ph type="body" sz="half" idx="2" hasCustomPrompt="1"/>
          </p:nvPr>
        </p:nvSpPr>
        <p:spPr>
          <a:xfrm>
            <a:off x="6713394" y="1941917"/>
            <a:ext cx="4839070" cy="3942795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10" name="Заголовок"/>
          <p:cNvSpPr>
            <a:spLocks noGrp="1"/>
          </p:cNvSpPr>
          <p:nvPr>
            <p:ph type="title" hasCustomPrompt="1"/>
          </p:nvPr>
        </p:nvSpPr>
        <p:spPr>
          <a:xfrm>
            <a:off x="6694960" y="120644"/>
            <a:ext cx="4857503" cy="1136791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ru-RU"/>
              <a:t>Введите заголовок</a:t>
            </a:r>
            <a:endParaRPr lang="ru-RU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592627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0/60 Картинка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Картинка  1"/>
          <p:cNvSpPr>
            <a:spLocks noGrp="1"/>
          </p:cNvSpPr>
          <p:nvPr>
            <p:ph type="pic" idx="1" hasCustomPrompt="1"/>
          </p:nvPr>
        </p:nvSpPr>
        <p:spPr>
          <a:xfrm>
            <a:off x="5630666" y="1941918"/>
            <a:ext cx="5666812" cy="402195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Нажмите на иконку чтобы добавить картинку</a:t>
            </a:r>
            <a:endParaRPr lang="ru-RU" dirty="0"/>
          </a:p>
        </p:txBody>
      </p:sp>
      <p:sp>
        <p:nvSpPr>
          <p:cNvPr id="4" name="Текст  1"/>
          <p:cNvSpPr>
            <a:spLocks noGrp="1"/>
          </p:cNvSpPr>
          <p:nvPr>
            <p:ph type="body" sz="half" idx="2" hasCustomPrompt="1"/>
          </p:nvPr>
        </p:nvSpPr>
        <p:spPr>
          <a:xfrm>
            <a:off x="838200" y="1941918"/>
            <a:ext cx="4191000" cy="4021958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8" name="Заголовок"/>
          <p:cNvSpPr>
            <a:spLocks noGrp="1"/>
          </p:cNvSpPr>
          <p:nvPr>
            <p:ph type="title" hasCustomPrompt="1"/>
          </p:nvPr>
        </p:nvSpPr>
        <p:spPr>
          <a:xfrm>
            <a:off x="796426" y="120644"/>
            <a:ext cx="10557375" cy="1136791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ru-RU"/>
              <a:t>Введите заголовок</a:t>
            </a:r>
            <a:endParaRPr lang="ru-RU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232551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0/40 Картинка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Картинка  1"/>
          <p:cNvSpPr>
            <a:spLocks noGrp="1"/>
          </p:cNvSpPr>
          <p:nvPr>
            <p:ph type="pic" idx="1" hasCustomPrompt="1"/>
          </p:nvPr>
        </p:nvSpPr>
        <p:spPr>
          <a:xfrm>
            <a:off x="6807395" y="1941917"/>
            <a:ext cx="4546406" cy="398234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Нажмите на иконку чтобы добавить картинку</a:t>
            </a:r>
            <a:endParaRPr lang="ru-RU" dirty="0"/>
          </a:p>
        </p:txBody>
      </p:sp>
      <p:sp>
        <p:nvSpPr>
          <p:cNvPr id="8" name="Текст  1"/>
          <p:cNvSpPr>
            <a:spLocks noGrp="1"/>
          </p:cNvSpPr>
          <p:nvPr>
            <p:ph type="body" sz="half" idx="2" hasCustomPrompt="1"/>
          </p:nvPr>
        </p:nvSpPr>
        <p:spPr>
          <a:xfrm>
            <a:off x="838200" y="1941917"/>
            <a:ext cx="5444067" cy="3982339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9" name="Заголовок"/>
          <p:cNvSpPr>
            <a:spLocks noGrp="1"/>
          </p:cNvSpPr>
          <p:nvPr>
            <p:ph type="title" hasCustomPrompt="1"/>
          </p:nvPr>
        </p:nvSpPr>
        <p:spPr>
          <a:xfrm>
            <a:off x="796426" y="120644"/>
            <a:ext cx="10557375" cy="1136791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ru-RU"/>
              <a:t>Введите заголовок</a:t>
            </a:r>
            <a:endParaRPr lang="ru-RU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722685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 1"/>
          <p:cNvSpPr>
            <a:spLocks noGrp="1"/>
          </p:cNvSpPr>
          <p:nvPr>
            <p:ph type="body" sz="half" idx="16" hasCustomPrompt="1"/>
          </p:nvPr>
        </p:nvSpPr>
        <p:spPr>
          <a:xfrm>
            <a:off x="6035465" y="5455552"/>
            <a:ext cx="4991926" cy="941258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5" name="Текст  2"/>
          <p:cNvSpPr>
            <a:spLocks noGrp="1"/>
          </p:cNvSpPr>
          <p:nvPr>
            <p:ph type="body" sz="quarter" idx="3" hasCustomPrompt="1"/>
          </p:nvPr>
        </p:nvSpPr>
        <p:spPr>
          <a:xfrm>
            <a:off x="6035465" y="4372693"/>
            <a:ext cx="4991926" cy="682191"/>
          </a:xfrm>
        </p:spPr>
        <p:txBody>
          <a:bodyPr anchor="b">
            <a:noAutofit/>
          </a:bodyPr>
          <a:lstStyle>
            <a:lvl1pPr marL="0" indent="0">
              <a:buNone/>
              <a:defRPr sz="1800" b="1"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11" name="Картинка  1"/>
          <p:cNvSpPr>
            <a:spLocks noGrp="1"/>
          </p:cNvSpPr>
          <p:nvPr>
            <p:ph type="pic" sz="quarter" idx="14" hasCustomPrompt="1"/>
          </p:nvPr>
        </p:nvSpPr>
        <p:spPr>
          <a:xfrm>
            <a:off x="6172201" y="1670445"/>
            <a:ext cx="4587659" cy="270224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r>
              <a:rPr lang="ru-RU"/>
              <a:t>Нажмите на иконку чтобы добавить картинку</a:t>
            </a:r>
            <a:endParaRPr lang="ru-RU" dirty="0"/>
          </a:p>
        </p:txBody>
      </p:sp>
      <p:sp>
        <p:nvSpPr>
          <p:cNvPr id="9" name="Текст  3"/>
          <p:cNvSpPr>
            <a:spLocks noGrp="1"/>
          </p:cNvSpPr>
          <p:nvPr>
            <p:ph type="body" sz="half" idx="15" hasCustomPrompt="1"/>
          </p:nvPr>
        </p:nvSpPr>
        <p:spPr>
          <a:xfrm>
            <a:off x="703052" y="5455552"/>
            <a:ext cx="4919825" cy="941258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3" name="Текст  4"/>
          <p:cNvSpPr>
            <a:spLocks noGrp="1"/>
          </p:cNvSpPr>
          <p:nvPr>
            <p:ph type="body" idx="1" hasCustomPrompt="1"/>
          </p:nvPr>
        </p:nvSpPr>
        <p:spPr>
          <a:xfrm>
            <a:off x="703054" y="4372693"/>
            <a:ext cx="4919824" cy="682191"/>
          </a:xfrm>
        </p:spPr>
        <p:txBody>
          <a:bodyPr anchor="b">
            <a:noAutofit/>
          </a:bodyPr>
          <a:lstStyle>
            <a:lvl1pPr marL="0" indent="0">
              <a:buNone/>
              <a:defRPr sz="1800" b="1"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10" name="Картинка  2"/>
          <p:cNvSpPr>
            <a:spLocks noGrp="1"/>
          </p:cNvSpPr>
          <p:nvPr>
            <p:ph type="pic" sz="quarter" idx="13" hasCustomPrompt="1"/>
          </p:nvPr>
        </p:nvSpPr>
        <p:spPr>
          <a:xfrm>
            <a:off x="838201" y="1660597"/>
            <a:ext cx="4485363" cy="271455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r>
              <a:rPr lang="ru-RU"/>
              <a:t>Нажмите на иконку чтобы добавить картинку</a:t>
            </a:r>
            <a:endParaRPr lang="ru-RU" dirty="0"/>
          </a:p>
        </p:txBody>
      </p:sp>
      <p:sp>
        <p:nvSpPr>
          <p:cNvPr id="13" name="Заголовок"/>
          <p:cNvSpPr>
            <a:spLocks noGrp="1"/>
          </p:cNvSpPr>
          <p:nvPr>
            <p:ph type="title" hasCustomPrompt="1"/>
          </p:nvPr>
        </p:nvSpPr>
        <p:spPr>
          <a:xfrm>
            <a:off x="796426" y="120644"/>
            <a:ext cx="10557375" cy="1136791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ru-RU"/>
              <a:t>Введите заголовок</a:t>
            </a:r>
            <a:endParaRPr lang="ru-RU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701687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Ситуац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Картинка  1"/>
          <p:cNvSpPr>
            <a:spLocks noGrp="1"/>
          </p:cNvSpPr>
          <p:nvPr>
            <p:ph type="pic" sz="quarter" idx="16" hasCustomPrompt="1"/>
          </p:nvPr>
        </p:nvSpPr>
        <p:spPr>
          <a:xfrm>
            <a:off x="6163258" y="4168184"/>
            <a:ext cx="4528646" cy="2345175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/>
              <a:t>Нажмите на иконку чтобы добавить картинку</a:t>
            </a:r>
            <a:endParaRPr lang="ru-RU" dirty="0"/>
          </a:p>
        </p:txBody>
      </p:sp>
      <p:sp>
        <p:nvSpPr>
          <p:cNvPr id="24" name="Текст  1"/>
          <p:cNvSpPr>
            <a:spLocks noGrp="1"/>
          </p:cNvSpPr>
          <p:nvPr>
            <p:ph type="body" sz="quarter" idx="18" hasCustomPrompt="1"/>
          </p:nvPr>
        </p:nvSpPr>
        <p:spPr>
          <a:xfrm>
            <a:off x="6163258" y="6096439"/>
            <a:ext cx="4528646" cy="416920"/>
          </a:xfrm>
          <a:solidFill>
            <a:schemeClr val="accent1">
              <a:lumMod val="75000"/>
              <a:alpha val="89804"/>
            </a:schemeClr>
          </a:solidFill>
        </p:spPr>
        <p:txBody>
          <a:bodyPr anchor="b">
            <a:no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  <a:latin typeface="+mn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13" name="Картинка  2"/>
          <p:cNvSpPr>
            <a:spLocks noGrp="1"/>
          </p:cNvSpPr>
          <p:nvPr>
            <p:ph type="pic" sz="quarter" idx="15" hasCustomPrompt="1"/>
          </p:nvPr>
        </p:nvSpPr>
        <p:spPr>
          <a:xfrm>
            <a:off x="1244198" y="4168829"/>
            <a:ext cx="4528646" cy="2345175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/>
              <a:t>Нажмите на иконку чтобы добавить картинку</a:t>
            </a:r>
            <a:endParaRPr lang="ru-RU" dirty="0"/>
          </a:p>
        </p:txBody>
      </p:sp>
      <p:sp>
        <p:nvSpPr>
          <p:cNvPr id="23" name="Текст  2"/>
          <p:cNvSpPr>
            <a:spLocks noGrp="1"/>
          </p:cNvSpPr>
          <p:nvPr>
            <p:ph type="body" idx="17" hasCustomPrompt="1"/>
          </p:nvPr>
        </p:nvSpPr>
        <p:spPr>
          <a:xfrm>
            <a:off x="1244198" y="6097318"/>
            <a:ext cx="4528646" cy="416041"/>
          </a:xfrm>
          <a:solidFill>
            <a:schemeClr val="accent1">
              <a:lumMod val="75000"/>
              <a:alpha val="89804"/>
            </a:schemeClr>
          </a:solidFill>
        </p:spPr>
        <p:txBody>
          <a:bodyPr anchor="b">
            <a:no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  <a:latin typeface="+mn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17" name="Картинка  3"/>
          <p:cNvSpPr>
            <a:spLocks noGrp="1"/>
          </p:cNvSpPr>
          <p:nvPr>
            <p:ph type="pic" sz="quarter" idx="14" hasCustomPrompt="1"/>
          </p:nvPr>
        </p:nvSpPr>
        <p:spPr>
          <a:xfrm>
            <a:off x="6163258" y="1597828"/>
            <a:ext cx="4528646" cy="2345175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/>
              <a:t>Нажмите на иконку чтобы добавить картинку</a:t>
            </a:r>
            <a:endParaRPr lang="ru-RU" dirty="0"/>
          </a:p>
        </p:txBody>
      </p:sp>
      <p:sp>
        <p:nvSpPr>
          <p:cNvPr id="20" name="Текст  3"/>
          <p:cNvSpPr>
            <a:spLocks noGrp="1"/>
          </p:cNvSpPr>
          <p:nvPr>
            <p:ph type="body" sz="quarter" idx="3" hasCustomPrompt="1"/>
          </p:nvPr>
        </p:nvSpPr>
        <p:spPr>
          <a:xfrm>
            <a:off x="6163258" y="3526083"/>
            <a:ext cx="4528646" cy="416920"/>
          </a:xfrm>
          <a:solidFill>
            <a:schemeClr val="accent1">
              <a:lumMod val="75000"/>
              <a:alpha val="89804"/>
            </a:schemeClr>
          </a:solidFill>
        </p:spPr>
        <p:txBody>
          <a:bodyPr anchor="b">
            <a:no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  <a:latin typeface="+mn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16" name="Картинка  4"/>
          <p:cNvSpPr>
            <a:spLocks noGrp="1"/>
          </p:cNvSpPr>
          <p:nvPr>
            <p:ph type="pic" sz="quarter" idx="13" hasCustomPrompt="1"/>
          </p:nvPr>
        </p:nvSpPr>
        <p:spPr>
          <a:xfrm>
            <a:off x="1244198" y="1598473"/>
            <a:ext cx="4528646" cy="2345175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r>
              <a:rPr lang="ru-RU" dirty="0"/>
              <a:t>Нажмите на иконку чтобы добавить картинку</a:t>
            </a:r>
          </a:p>
        </p:txBody>
      </p:sp>
      <p:sp>
        <p:nvSpPr>
          <p:cNvPr id="19" name="Текст  4"/>
          <p:cNvSpPr>
            <a:spLocks noGrp="1"/>
          </p:cNvSpPr>
          <p:nvPr>
            <p:ph type="body" idx="1" hasCustomPrompt="1"/>
          </p:nvPr>
        </p:nvSpPr>
        <p:spPr>
          <a:xfrm>
            <a:off x="1244198" y="3526962"/>
            <a:ext cx="4528646" cy="416041"/>
          </a:xfrm>
          <a:solidFill>
            <a:schemeClr val="accent1">
              <a:lumMod val="75000"/>
              <a:alpha val="89804"/>
            </a:schemeClr>
          </a:solidFill>
        </p:spPr>
        <p:txBody>
          <a:bodyPr anchor="b">
            <a:no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  <a:latin typeface="+mn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14" name="Заголовок"/>
          <p:cNvSpPr>
            <a:spLocks noGrp="1"/>
          </p:cNvSpPr>
          <p:nvPr>
            <p:ph type="title" hasCustomPrompt="1"/>
          </p:nvPr>
        </p:nvSpPr>
        <p:spPr>
          <a:xfrm>
            <a:off x="796426" y="120644"/>
            <a:ext cx="10557375" cy="1136791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Введите заголовок</a:t>
            </a:r>
            <a:endParaRPr lang="ru-RU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076242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Продукты - 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 1"/>
          <p:cNvSpPr>
            <a:spLocks noGrp="1"/>
          </p:cNvSpPr>
          <p:nvPr>
            <p:ph type="body" sz="quarter" idx="18" hasCustomPrompt="1"/>
          </p:nvPr>
        </p:nvSpPr>
        <p:spPr>
          <a:xfrm>
            <a:off x="8101092" y="5453090"/>
            <a:ext cx="3431265" cy="958936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l">
              <a:buNone/>
              <a:defRPr sz="1200"/>
            </a:lvl2pPr>
            <a:lvl3pPr marL="685800" indent="0" algn="l">
              <a:buNone/>
              <a:defRPr sz="1200"/>
            </a:lvl3pPr>
            <a:lvl4pPr marL="1028700" indent="0" algn="l">
              <a:buNone/>
              <a:defRPr sz="1200"/>
            </a:lvl4pPr>
            <a:lvl5pPr marL="1371600" indent="0" algn="l">
              <a:buNone/>
              <a:defRPr sz="1200"/>
            </a:lvl5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16" name="Текст  2"/>
          <p:cNvSpPr>
            <a:spLocks noGrp="1"/>
          </p:cNvSpPr>
          <p:nvPr>
            <p:ph type="body" idx="21" hasCustomPrompt="1"/>
          </p:nvPr>
        </p:nvSpPr>
        <p:spPr>
          <a:xfrm>
            <a:off x="8091867" y="5087629"/>
            <a:ext cx="3440491" cy="375910"/>
          </a:xfrm>
        </p:spPr>
        <p:txBody>
          <a:bodyPr anchor="b">
            <a:noAutofit/>
          </a:bodyPr>
          <a:lstStyle>
            <a:lvl1pPr marL="0" indent="0">
              <a:buNone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12" name="Картинка  1"/>
          <p:cNvSpPr>
            <a:spLocks noGrp="1"/>
          </p:cNvSpPr>
          <p:nvPr>
            <p:ph type="pic" sz="quarter" idx="12" hasCustomPrompt="1"/>
          </p:nvPr>
        </p:nvSpPr>
        <p:spPr>
          <a:xfrm>
            <a:off x="8189841" y="2728081"/>
            <a:ext cx="3165548" cy="2148125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/>
              <a:t>Нажмите на иконку чтобы добавить картинку</a:t>
            </a:r>
            <a:endParaRPr lang="ru-RU" dirty="0"/>
          </a:p>
        </p:txBody>
      </p:sp>
      <p:sp>
        <p:nvSpPr>
          <p:cNvPr id="7" name="Текст  3"/>
          <p:cNvSpPr>
            <a:spLocks noGrp="1"/>
          </p:cNvSpPr>
          <p:nvPr>
            <p:ph type="body" sz="quarter" idx="17" hasCustomPrompt="1"/>
          </p:nvPr>
        </p:nvSpPr>
        <p:spPr>
          <a:xfrm>
            <a:off x="4457111" y="5453091"/>
            <a:ext cx="3385930" cy="958935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l">
              <a:buNone/>
              <a:defRPr sz="1200"/>
            </a:lvl2pPr>
            <a:lvl3pPr marL="685800" indent="0" algn="l">
              <a:buNone/>
              <a:defRPr sz="1200"/>
            </a:lvl3pPr>
            <a:lvl4pPr marL="1028700" indent="0" algn="l">
              <a:buNone/>
              <a:defRPr sz="1200"/>
            </a:lvl4pPr>
            <a:lvl5pPr marL="1371600" indent="0" algn="l">
              <a:buNone/>
              <a:defRPr sz="1200"/>
            </a:lvl5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15" name="Текст  4"/>
          <p:cNvSpPr>
            <a:spLocks noGrp="1"/>
          </p:cNvSpPr>
          <p:nvPr>
            <p:ph type="body" idx="20" hasCustomPrompt="1"/>
          </p:nvPr>
        </p:nvSpPr>
        <p:spPr>
          <a:xfrm>
            <a:off x="4451428" y="5087629"/>
            <a:ext cx="3382387" cy="375910"/>
          </a:xfrm>
        </p:spPr>
        <p:txBody>
          <a:bodyPr anchor="b">
            <a:noAutofit/>
          </a:bodyPr>
          <a:lstStyle>
            <a:lvl1pPr marL="0" indent="0">
              <a:buNone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11" name="Картинка  2"/>
          <p:cNvSpPr>
            <a:spLocks noGrp="1"/>
          </p:cNvSpPr>
          <p:nvPr>
            <p:ph type="pic" sz="quarter" idx="11" hasCustomPrompt="1"/>
          </p:nvPr>
        </p:nvSpPr>
        <p:spPr>
          <a:xfrm>
            <a:off x="4545859" y="2728081"/>
            <a:ext cx="3165548" cy="2148125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/>
              <a:t>Нажмите на иконку чтобы добавить картинку</a:t>
            </a:r>
            <a:endParaRPr lang="ru-RU" dirty="0"/>
          </a:p>
        </p:txBody>
      </p:sp>
      <p:sp>
        <p:nvSpPr>
          <p:cNvPr id="6" name="Текст  5"/>
          <p:cNvSpPr>
            <a:spLocks noGrp="1"/>
          </p:cNvSpPr>
          <p:nvPr>
            <p:ph type="body" sz="quarter" idx="16" hasCustomPrompt="1"/>
          </p:nvPr>
        </p:nvSpPr>
        <p:spPr>
          <a:xfrm>
            <a:off x="738274" y="5453090"/>
            <a:ext cx="3369702" cy="958936"/>
          </a:xfrm>
        </p:spPr>
        <p:txBody>
          <a:bodyPr wrap="square">
            <a:noAutofit/>
          </a:bodyPr>
          <a:lstStyle>
            <a:lvl1pPr marL="0" indent="0" algn="l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  <a:lvl2pPr marL="342900" indent="0" algn="l">
              <a:buNone/>
              <a:defRPr sz="1200"/>
            </a:lvl2pPr>
            <a:lvl3pPr marL="685800" indent="0" algn="l">
              <a:buNone/>
              <a:defRPr sz="1200"/>
            </a:lvl3pPr>
            <a:lvl4pPr marL="1028700" indent="0" algn="l">
              <a:buNone/>
              <a:defRPr sz="1200"/>
            </a:lvl4pPr>
            <a:lvl5pPr marL="1371600" indent="0" algn="l">
              <a:buNone/>
              <a:defRPr sz="1200"/>
            </a:lvl5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14" name="Текст  6"/>
          <p:cNvSpPr>
            <a:spLocks noGrp="1"/>
          </p:cNvSpPr>
          <p:nvPr>
            <p:ph type="body" idx="1" hasCustomPrompt="1"/>
          </p:nvPr>
        </p:nvSpPr>
        <p:spPr>
          <a:xfrm>
            <a:off x="741816" y="5087629"/>
            <a:ext cx="3366160" cy="375910"/>
          </a:xfrm>
        </p:spPr>
        <p:txBody>
          <a:bodyPr anchor="b">
            <a:noAutofit/>
          </a:bodyPr>
          <a:lstStyle>
            <a:lvl1pPr marL="0" indent="0">
              <a:buNone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3" name="Картинка  3"/>
          <p:cNvSpPr>
            <a:spLocks noGrp="1"/>
          </p:cNvSpPr>
          <p:nvPr>
            <p:ph type="pic" sz="quarter" idx="10" hasCustomPrompt="1"/>
          </p:nvPr>
        </p:nvSpPr>
        <p:spPr>
          <a:xfrm>
            <a:off x="839790" y="2728079"/>
            <a:ext cx="3165548" cy="2148125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r>
              <a:rPr lang="ru-RU"/>
              <a:t>Нажмите на иконку чтобы добавить картинку</a:t>
            </a:r>
            <a:endParaRPr lang="ru-RU" dirty="0"/>
          </a:p>
        </p:txBody>
      </p:sp>
      <p:sp>
        <p:nvSpPr>
          <p:cNvPr id="4" name="Текст  7"/>
          <p:cNvSpPr>
            <a:spLocks noGrp="1"/>
          </p:cNvSpPr>
          <p:nvPr>
            <p:ph type="body" sz="quarter" idx="23" hasCustomPrompt="1"/>
          </p:nvPr>
        </p:nvSpPr>
        <p:spPr>
          <a:xfrm>
            <a:off x="798846" y="1845930"/>
            <a:ext cx="10556875" cy="681038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19" name="Заголовок"/>
          <p:cNvSpPr>
            <a:spLocks noGrp="1"/>
          </p:cNvSpPr>
          <p:nvPr>
            <p:ph type="title" hasCustomPrompt="1"/>
          </p:nvPr>
        </p:nvSpPr>
        <p:spPr>
          <a:xfrm>
            <a:off x="796426" y="120644"/>
            <a:ext cx="10557375" cy="1136791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ru-RU"/>
              <a:t>Введите заголовок</a:t>
            </a:r>
            <a:endParaRPr lang="ru-RU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953490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Продукты - четыре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Текст  1"/>
          <p:cNvSpPr>
            <a:spLocks noGrp="1"/>
          </p:cNvSpPr>
          <p:nvPr>
            <p:ph type="body" sz="quarter" idx="19" hasCustomPrompt="1"/>
          </p:nvPr>
        </p:nvSpPr>
        <p:spPr>
          <a:xfrm>
            <a:off x="9318477" y="5352577"/>
            <a:ext cx="2094837" cy="412421"/>
          </a:xfrm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14" name="Картинка  1"/>
          <p:cNvSpPr>
            <a:spLocks noGrp="1"/>
          </p:cNvSpPr>
          <p:nvPr>
            <p:ph type="pic" sz="quarter" idx="15" hasCustomPrompt="1"/>
          </p:nvPr>
        </p:nvSpPr>
        <p:spPr>
          <a:xfrm>
            <a:off x="9318478" y="3092985"/>
            <a:ext cx="2094837" cy="2094837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/>
              <a:t>Нажмите на иконку чтобы добавить картинку</a:t>
            </a:r>
            <a:endParaRPr lang="ru-RU" dirty="0"/>
          </a:p>
        </p:txBody>
      </p:sp>
      <p:sp>
        <p:nvSpPr>
          <p:cNvPr id="12" name="Текст  2"/>
          <p:cNvSpPr>
            <a:spLocks noGrp="1"/>
          </p:cNvSpPr>
          <p:nvPr>
            <p:ph type="body" sz="quarter" idx="18" hasCustomPrompt="1"/>
          </p:nvPr>
        </p:nvSpPr>
        <p:spPr>
          <a:xfrm>
            <a:off x="6527060" y="5352578"/>
            <a:ext cx="2094837" cy="412421"/>
          </a:xfrm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7" name="Картинка  2"/>
          <p:cNvSpPr>
            <a:spLocks noGrp="1"/>
          </p:cNvSpPr>
          <p:nvPr>
            <p:ph type="pic" sz="quarter" idx="12" hasCustomPrompt="1"/>
          </p:nvPr>
        </p:nvSpPr>
        <p:spPr>
          <a:xfrm>
            <a:off x="6527061" y="3085236"/>
            <a:ext cx="2094837" cy="2094837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/>
              <a:t>Нажмите на иконку чтобы добавить картинку</a:t>
            </a:r>
            <a:endParaRPr lang="ru-RU" dirty="0"/>
          </a:p>
        </p:txBody>
      </p:sp>
      <p:sp>
        <p:nvSpPr>
          <p:cNvPr id="11" name="Текст  3"/>
          <p:cNvSpPr>
            <a:spLocks noGrp="1"/>
          </p:cNvSpPr>
          <p:nvPr>
            <p:ph type="body" sz="quarter" idx="17" hasCustomPrompt="1"/>
          </p:nvPr>
        </p:nvSpPr>
        <p:spPr>
          <a:xfrm>
            <a:off x="3735645" y="5352579"/>
            <a:ext cx="2094724" cy="412421"/>
          </a:xfrm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6" name="Картинка  3"/>
          <p:cNvSpPr>
            <a:spLocks noGrp="1"/>
          </p:cNvSpPr>
          <p:nvPr>
            <p:ph type="pic" sz="quarter" idx="11" hasCustomPrompt="1"/>
          </p:nvPr>
        </p:nvSpPr>
        <p:spPr>
          <a:xfrm>
            <a:off x="3735645" y="3085236"/>
            <a:ext cx="2094837" cy="2094837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/>
              <a:t>Нажмите на иконку чтобы добавить картинку</a:t>
            </a:r>
            <a:endParaRPr lang="ru-RU" dirty="0"/>
          </a:p>
        </p:txBody>
      </p:sp>
      <p:sp>
        <p:nvSpPr>
          <p:cNvPr id="4" name="Текст  4"/>
          <p:cNvSpPr>
            <a:spLocks noGrp="1"/>
          </p:cNvSpPr>
          <p:nvPr>
            <p:ph type="body" sz="quarter" idx="16" hasCustomPrompt="1"/>
          </p:nvPr>
        </p:nvSpPr>
        <p:spPr>
          <a:xfrm>
            <a:off x="944229" y="5352579"/>
            <a:ext cx="2094246" cy="412421"/>
          </a:xfrm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3" name="Картинка  4"/>
          <p:cNvSpPr>
            <a:spLocks noGrp="1"/>
          </p:cNvSpPr>
          <p:nvPr>
            <p:ph type="pic" sz="quarter" idx="10" hasCustomPrompt="1"/>
          </p:nvPr>
        </p:nvSpPr>
        <p:spPr>
          <a:xfrm>
            <a:off x="944229" y="3085236"/>
            <a:ext cx="2094837" cy="2094837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/>
              <a:t>Нажмите на иконку чтобы добавить картинку</a:t>
            </a:r>
            <a:endParaRPr lang="ru-RU" dirty="0"/>
          </a:p>
        </p:txBody>
      </p:sp>
      <p:sp>
        <p:nvSpPr>
          <p:cNvPr id="15" name="Текст  5"/>
          <p:cNvSpPr>
            <a:spLocks noGrp="1"/>
          </p:cNvSpPr>
          <p:nvPr>
            <p:ph type="body" sz="quarter" idx="23" hasCustomPrompt="1"/>
          </p:nvPr>
        </p:nvSpPr>
        <p:spPr>
          <a:xfrm>
            <a:off x="798846" y="1845929"/>
            <a:ext cx="10556875" cy="815383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16" name="Заголовок"/>
          <p:cNvSpPr>
            <a:spLocks noGrp="1"/>
          </p:cNvSpPr>
          <p:nvPr>
            <p:ph type="title" hasCustomPrompt="1"/>
          </p:nvPr>
        </p:nvSpPr>
        <p:spPr>
          <a:xfrm>
            <a:off x="796426" y="120644"/>
            <a:ext cx="10557375" cy="1136791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ru-RU"/>
              <a:t>Введите заголовок</a:t>
            </a:r>
            <a:endParaRPr lang="ru-RU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16512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Продукты - плит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Текст  1"/>
          <p:cNvSpPr>
            <a:spLocks noGrp="1"/>
          </p:cNvSpPr>
          <p:nvPr>
            <p:ph type="body" sz="quarter" idx="19" hasCustomPrompt="1"/>
          </p:nvPr>
        </p:nvSpPr>
        <p:spPr>
          <a:xfrm>
            <a:off x="8691592" y="4929711"/>
            <a:ext cx="2690419" cy="1334907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342900" indent="0" algn="ctr">
              <a:buNone/>
              <a:defRPr sz="1200"/>
            </a:lvl2pPr>
            <a:lvl3pPr marL="685800" indent="0" algn="ctr">
              <a:buNone/>
              <a:defRPr sz="12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15" name="Текст  2"/>
          <p:cNvSpPr>
            <a:spLocks noGrp="1"/>
          </p:cNvSpPr>
          <p:nvPr>
            <p:ph type="body" sz="quarter" idx="23" hasCustomPrompt="1"/>
          </p:nvPr>
        </p:nvSpPr>
        <p:spPr>
          <a:xfrm>
            <a:off x="8691592" y="4126486"/>
            <a:ext cx="2690419" cy="412750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latin typeface="+mn-lt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19" name="Картинка  1"/>
          <p:cNvSpPr>
            <a:spLocks noGrp="1"/>
          </p:cNvSpPr>
          <p:nvPr>
            <p:ph type="pic" sz="quarter" idx="15" hasCustomPrompt="1"/>
          </p:nvPr>
        </p:nvSpPr>
        <p:spPr>
          <a:xfrm>
            <a:off x="6420685" y="4242543"/>
            <a:ext cx="2094837" cy="1937798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/>
              <a:t>Нажмите на иконку чтобы добавить картинку</a:t>
            </a:r>
            <a:endParaRPr lang="ru-RU" dirty="0"/>
          </a:p>
        </p:txBody>
      </p:sp>
      <p:sp>
        <p:nvSpPr>
          <p:cNvPr id="22" name="Текст  3"/>
          <p:cNvSpPr>
            <a:spLocks noGrp="1"/>
          </p:cNvSpPr>
          <p:nvPr>
            <p:ph type="body" sz="quarter" idx="17" hasCustomPrompt="1"/>
          </p:nvPr>
        </p:nvSpPr>
        <p:spPr>
          <a:xfrm>
            <a:off x="3260318" y="4929710"/>
            <a:ext cx="2705980" cy="1334906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342900" indent="0" algn="ctr">
              <a:buNone/>
              <a:defRPr sz="1200"/>
            </a:lvl2pPr>
            <a:lvl3pPr marL="685800" indent="0" algn="ctr">
              <a:buNone/>
              <a:defRPr sz="12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14" name="Текст  4"/>
          <p:cNvSpPr>
            <a:spLocks noGrp="1"/>
          </p:cNvSpPr>
          <p:nvPr>
            <p:ph type="body" sz="quarter" idx="22" hasCustomPrompt="1"/>
          </p:nvPr>
        </p:nvSpPr>
        <p:spPr>
          <a:xfrm>
            <a:off x="3259667" y="4159250"/>
            <a:ext cx="2707677" cy="412750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latin typeface="+mn-lt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17" name="Картинка  2"/>
          <p:cNvSpPr>
            <a:spLocks noGrp="1"/>
          </p:cNvSpPr>
          <p:nvPr>
            <p:ph type="pic" sz="quarter" idx="11" hasCustomPrompt="1"/>
          </p:nvPr>
        </p:nvSpPr>
        <p:spPr>
          <a:xfrm>
            <a:off x="989409" y="4242543"/>
            <a:ext cx="2094837" cy="1937798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/>
              <a:t>Нажмите на иконку чтобы добавить картинку</a:t>
            </a:r>
            <a:endParaRPr lang="ru-RU" dirty="0"/>
          </a:p>
        </p:txBody>
      </p:sp>
      <p:sp>
        <p:nvSpPr>
          <p:cNvPr id="23" name="Текст  5"/>
          <p:cNvSpPr>
            <a:spLocks noGrp="1"/>
          </p:cNvSpPr>
          <p:nvPr>
            <p:ph type="body" sz="quarter" idx="18" hasCustomPrompt="1"/>
          </p:nvPr>
        </p:nvSpPr>
        <p:spPr>
          <a:xfrm>
            <a:off x="8691592" y="2494622"/>
            <a:ext cx="2690419" cy="1285246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342900" indent="0" algn="ctr">
              <a:buNone/>
              <a:defRPr sz="1200"/>
            </a:lvl2pPr>
            <a:lvl3pPr marL="685800" indent="0" algn="ctr">
              <a:buNone/>
              <a:defRPr sz="12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13" name="Текст  6"/>
          <p:cNvSpPr>
            <a:spLocks noGrp="1"/>
          </p:cNvSpPr>
          <p:nvPr>
            <p:ph type="body" sz="quarter" idx="21" hasCustomPrompt="1"/>
          </p:nvPr>
        </p:nvSpPr>
        <p:spPr>
          <a:xfrm>
            <a:off x="8691592" y="1704706"/>
            <a:ext cx="2690419" cy="412750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latin typeface="+mn-lt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18" name="Картинка  3"/>
          <p:cNvSpPr>
            <a:spLocks noGrp="1"/>
          </p:cNvSpPr>
          <p:nvPr>
            <p:ph type="pic" sz="quarter" idx="12" hasCustomPrompt="1"/>
          </p:nvPr>
        </p:nvSpPr>
        <p:spPr>
          <a:xfrm>
            <a:off x="6420687" y="1854404"/>
            <a:ext cx="2094837" cy="189761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/>
              <a:t>Нажмите на иконку чтобы добавить картинку</a:t>
            </a:r>
            <a:endParaRPr lang="ru-RU" dirty="0"/>
          </a:p>
        </p:txBody>
      </p:sp>
      <p:sp>
        <p:nvSpPr>
          <p:cNvPr id="21" name="Текст  7"/>
          <p:cNvSpPr>
            <a:spLocks noGrp="1"/>
          </p:cNvSpPr>
          <p:nvPr>
            <p:ph type="body" sz="quarter" idx="16" hasCustomPrompt="1"/>
          </p:nvPr>
        </p:nvSpPr>
        <p:spPr>
          <a:xfrm>
            <a:off x="3260318" y="2494623"/>
            <a:ext cx="2705980" cy="1285244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342900" indent="0" algn="ctr">
              <a:buNone/>
              <a:defRPr sz="1200"/>
            </a:lvl2pPr>
            <a:lvl3pPr marL="685800" indent="0" algn="ctr">
              <a:buNone/>
              <a:defRPr sz="12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3" name="Текст  8"/>
          <p:cNvSpPr>
            <a:spLocks noGrp="1"/>
          </p:cNvSpPr>
          <p:nvPr>
            <p:ph type="body" sz="quarter" idx="20" hasCustomPrompt="1"/>
          </p:nvPr>
        </p:nvSpPr>
        <p:spPr>
          <a:xfrm>
            <a:off x="3259667" y="1727742"/>
            <a:ext cx="2707677" cy="412750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latin typeface="+mn-lt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16" name="Картинка  4"/>
          <p:cNvSpPr>
            <a:spLocks noGrp="1"/>
          </p:cNvSpPr>
          <p:nvPr>
            <p:ph type="pic" sz="quarter" idx="10" hasCustomPrompt="1"/>
          </p:nvPr>
        </p:nvSpPr>
        <p:spPr>
          <a:xfrm>
            <a:off x="989411" y="1854403"/>
            <a:ext cx="2094837" cy="18976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500"/>
            </a:lvl1pPr>
          </a:lstStyle>
          <a:p>
            <a:r>
              <a:rPr lang="ru-RU"/>
              <a:t>Нажмите на иконку чтобы добавить картинку</a:t>
            </a:r>
            <a:endParaRPr lang="ru-RU" dirty="0"/>
          </a:p>
        </p:txBody>
      </p:sp>
      <p:sp>
        <p:nvSpPr>
          <p:cNvPr id="26" name="Заголовок"/>
          <p:cNvSpPr>
            <a:spLocks noGrp="1"/>
          </p:cNvSpPr>
          <p:nvPr>
            <p:ph type="title" hasCustomPrompt="1"/>
          </p:nvPr>
        </p:nvSpPr>
        <p:spPr>
          <a:xfrm>
            <a:off x="796426" y="120644"/>
            <a:ext cx="10557375" cy="1136791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Введите заголовок</a:t>
            </a:r>
            <a:endParaRPr lang="ru-RU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736241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Виде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Видео  1"/>
          <p:cNvSpPr>
            <a:spLocks noGrp="1"/>
          </p:cNvSpPr>
          <p:nvPr>
            <p:ph type="media" sz="quarter" idx="20" hasCustomPrompt="1"/>
          </p:nvPr>
        </p:nvSpPr>
        <p:spPr>
          <a:xfrm>
            <a:off x="4298006" y="2045266"/>
            <a:ext cx="7089342" cy="4066898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Нажмите на иконку чтобы добавить видео</a:t>
            </a:r>
            <a:endParaRPr lang="ru-RU" dirty="0"/>
          </a:p>
        </p:txBody>
      </p:sp>
      <p:sp>
        <p:nvSpPr>
          <p:cNvPr id="4" name="Текст  1"/>
          <p:cNvSpPr>
            <a:spLocks noGrp="1"/>
          </p:cNvSpPr>
          <p:nvPr>
            <p:ph type="body" sz="quarter" idx="19" hasCustomPrompt="1"/>
          </p:nvPr>
        </p:nvSpPr>
        <p:spPr>
          <a:xfrm>
            <a:off x="832638" y="1932060"/>
            <a:ext cx="3077589" cy="3626769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6" name="Заголовок"/>
          <p:cNvSpPr>
            <a:spLocks noGrp="1"/>
          </p:cNvSpPr>
          <p:nvPr>
            <p:ph type="title" hasCustomPrompt="1"/>
          </p:nvPr>
        </p:nvSpPr>
        <p:spPr>
          <a:xfrm>
            <a:off x="796427" y="120646"/>
            <a:ext cx="10557375" cy="1136791"/>
          </a:xfrm>
        </p:spPr>
        <p:txBody>
          <a:bodyPr anchor="b">
            <a:noAutofit/>
          </a:bodyPr>
          <a:lstStyle>
            <a:lvl1pPr>
              <a:defRPr sz="3200">
                <a:latin typeface="+mj-lt"/>
              </a:defRPr>
            </a:lvl1pPr>
          </a:lstStyle>
          <a:p>
            <a:r>
              <a:rPr lang="ru-RU"/>
              <a:t>Введите заголовок</a:t>
            </a:r>
            <a:endParaRPr lang="ru-RU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312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Ключевая мысл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Картинка  1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Нажмите на иконку чтобы добавить картинку</a:t>
            </a:r>
            <a:endParaRPr lang="en-US" dirty="0"/>
          </a:p>
        </p:txBody>
      </p:sp>
      <p:sp>
        <p:nvSpPr>
          <p:cNvPr id="5" name="Текст  1"/>
          <p:cNvSpPr>
            <a:spLocks noGrp="1"/>
          </p:cNvSpPr>
          <p:nvPr>
            <p:ph type="body" sz="quarter" idx="11" hasCustomPrompt="1"/>
          </p:nvPr>
        </p:nvSpPr>
        <p:spPr>
          <a:xfrm>
            <a:off x="7425268" y="3624649"/>
            <a:ext cx="3323825" cy="23986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7" name="Текст  2"/>
          <p:cNvSpPr>
            <a:spLocks noGrp="1"/>
          </p:cNvSpPr>
          <p:nvPr>
            <p:ph type="body" sz="quarter" idx="20" hasCustomPrompt="1"/>
          </p:nvPr>
        </p:nvSpPr>
        <p:spPr>
          <a:xfrm>
            <a:off x="7823497" y="3065462"/>
            <a:ext cx="2925596" cy="363538"/>
          </a:xfrm>
        </p:spPr>
        <p:txBody>
          <a:bodyPr>
            <a:noAutofit/>
          </a:bodyPr>
          <a:lstStyle>
            <a:lvl1pPr algn="l">
              <a:defRPr sz="1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85147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Текст  1"/>
          <p:cNvSpPr>
            <a:spLocks noGrp="1"/>
          </p:cNvSpPr>
          <p:nvPr>
            <p:ph type="body" sz="quarter" idx="19" hasCustomPrompt="1"/>
          </p:nvPr>
        </p:nvSpPr>
        <p:spPr>
          <a:xfrm>
            <a:off x="9318477" y="5173378"/>
            <a:ext cx="2094837" cy="1077110"/>
          </a:xfrm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14" name="Картинка  1"/>
          <p:cNvSpPr>
            <a:spLocks noGrp="1"/>
          </p:cNvSpPr>
          <p:nvPr>
            <p:ph type="pic" sz="quarter" idx="15" hasCustomPrompt="1"/>
          </p:nvPr>
        </p:nvSpPr>
        <p:spPr>
          <a:xfrm>
            <a:off x="9318478" y="2913786"/>
            <a:ext cx="2094837" cy="2094837"/>
          </a:xfrm>
          <a:prstGeom prst="ellipse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/>
              <a:t>Нажмите на иконку чтобы добавить картинку</a:t>
            </a:r>
            <a:endParaRPr lang="ru-RU" dirty="0"/>
          </a:p>
        </p:txBody>
      </p:sp>
      <p:sp>
        <p:nvSpPr>
          <p:cNvPr id="12" name="Текст  2"/>
          <p:cNvSpPr>
            <a:spLocks noGrp="1"/>
          </p:cNvSpPr>
          <p:nvPr>
            <p:ph type="body" sz="quarter" idx="18" hasCustomPrompt="1"/>
          </p:nvPr>
        </p:nvSpPr>
        <p:spPr>
          <a:xfrm>
            <a:off x="6527060" y="5173379"/>
            <a:ext cx="2094837" cy="1077110"/>
          </a:xfrm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7" name="Картинка  2"/>
          <p:cNvSpPr>
            <a:spLocks noGrp="1"/>
          </p:cNvSpPr>
          <p:nvPr>
            <p:ph type="pic" sz="quarter" idx="12" hasCustomPrompt="1"/>
          </p:nvPr>
        </p:nvSpPr>
        <p:spPr>
          <a:xfrm>
            <a:off x="6527061" y="2906037"/>
            <a:ext cx="2094837" cy="2094837"/>
          </a:xfrm>
          <a:prstGeom prst="ellipse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/>
              <a:t>Нажмите на иконку чтобы добавить картинку</a:t>
            </a:r>
            <a:endParaRPr lang="ru-RU" dirty="0"/>
          </a:p>
        </p:txBody>
      </p:sp>
      <p:sp>
        <p:nvSpPr>
          <p:cNvPr id="11" name="Текст  3"/>
          <p:cNvSpPr>
            <a:spLocks noGrp="1"/>
          </p:cNvSpPr>
          <p:nvPr>
            <p:ph type="body" sz="quarter" idx="17" hasCustomPrompt="1"/>
          </p:nvPr>
        </p:nvSpPr>
        <p:spPr>
          <a:xfrm>
            <a:off x="3735645" y="5173380"/>
            <a:ext cx="2094724" cy="1077110"/>
          </a:xfrm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6" name="Картинка  3"/>
          <p:cNvSpPr>
            <a:spLocks noGrp="1"/>
          </p:cNvSpPr>
          <p:nvPr>
            <p:ph type="pic" sz="quarter" idx="11" hasCustomPrompt="1"/>
          </p:nvPr>
        </p:nvSpPr>
        <p:spPr>
          <a:xfrm>
            <a:off x="3735645" y="2906037"/>
            <a:ext cx="2094837" cy="2094837"/>
          </a:xfrm>
          <a:prstGeom prst="ellipse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/>
              <a:t>Нажмите на иконку чтобы добавить картинку</a:t>
            </a:r>
            <a:endParaRPr lang="ru-RU" dirty="0"/>
          </a:p>
        </p:txBody>
      </p:sp>
      <p:sp>
        <p:nvSpPr>
          <p:cNvPr id="4" name="Текст  4"/>
          <p:cNvSpPr>
            <a:spLocks noGrp="1"/>
          </p:cNvSpPr>
          <p:nvPr>
            <p:ph type="body" sz="quarter" idx="16" hasCustomPrompt="1"/>
          </p:nvPr>
        </p:nvSpPr>
        <p:spPr>
          <a:xfrm>
            <a:off x="944229" y="5173380"/>
            <a:ext cx="2094246" cy="1077110"/>
          </a:xfrm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3" name="Картинка  4"/>
          <p:cNvSpPr>
            <a:spLocks noGrp="1"/>
          </p:cNvSpPr>
          <p:nvPr>
            <p:ph type="pic" sz="quarter" idx="10" hasCustomPrompt="1"/>
          </p:nvPr>
        </p:nvSpPr>
        <p:spPr>
          <a:xfrm>
            <a:off x="944229" y="2906037"/>
            <a:ext cx="2094837" cy="2094837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aseline="0"/>
            </a:lvl1pPr>
          </a:lstStyle>
          <a:p>
            <a:r>
              <a:rPr lang="ru-RU"/>
              <a:t>Нажмите на иконку чтобы добавить картинку</a:t>
            </a:r>
            <a:endParaRPr lang="ru-RU" dirty="0"/>
          </a:p>
        </p:txBody>
      </p:sp>
      <p:sp>
        <p:nvSpPr>
          <p:cNvPr id="15" name="Текст  5"/>
          <p:cNvSpPr>
            <a:spLocks noGrp="1"/>
          </p:cNvSpPr>
          <p:nvPr>
            <p:ph type="body" sz="quarter" idx="23" hasCustomPrompt="1"/>
          </p:nvPr>
        </p:nvSpPr>
        <p:spPr>
          <a:xfrm>
            <a:off x="798846" y="1845929"/>
            <a:ext cx="10556875" cy="887601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16" name="Заголовок"/>
          <p:cNvSpPr>
            <a:spLocks noGrp="1"/>
          </p:cNvSpPr>
          <p:nvPr>
            <p:ph type="title" hasCustomPrompt="1"/>
          </p:nvPr>
        </p:nvSpPr>
        <p:spPr>
          <a:xfrm>
            <a:off x="796426" y="120644"/>
            <a:ext cx="10557375" cy="1136791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ru-RU"/>
              <a:t>Введите заголовок</a:t>
            </a:r>
            <a:endParaRPr lang="ru-RU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695032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Процес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Текст  1"/>
          <p:cNvSpPr>
            <a:spLocks noGrp="1"/>
          </p:cNvSpPr>
          <p:nvPr>
            <p:ph type="body" sz="quarter" idx="20" hasCustomPrompt="1"/>
          </p:nvPr>
        </p:nvSpPr>
        <p:spPr>
          <a:xfrm>
            <a:off x="9557155" y="4837858"/>
            <a:ext cx="1440000" cy="1077110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10" name="Картинка  1"/>
          <p:cNvSpPr>
            <a:spLocks noGrp="1"/>
          </p:cNvSpPr>
          <p:nvPr>
            <p:ph type="pic" sz="quarter" idx="14" hasCustomPrompt="1"/>
          </p:nvPr>
        </p:nvSpPr>
        <p:spPr>
          <a:xfrm>
            <a:off x="9628875" y="3142238"/>
            <a:ext cx="1440000" cy="1440000"/>
          </a:xfrm>
          <a:prstGeom prst="roundRect">
            <a:avLst>
              <a:gd name="adj" fmla="val 1359"/>
            </a:avLst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/>
              <a:t>Нажмите на иконку чтобы добавить картинку</a:t>
            </a:r>
            <a:endParaRPr lang="ru-RU" dirty="0"/>
          </a:p>
        </p:txBody>
      </p:sp>
      <p:sp>
        <p:nvSpPr>
          <p:cNvPr id="15" name="Текст  2"/>
          <p:cNvSpPr>
            <a:spLocks noGrp="1"/>
          </p:cNvSpPr>
          <p:nvPr>
            <p:ph type="body" sz="quarter" idx="19" hasCustomPrompt="1"/>
          </p:nvPr>
        </p:nvSpPr>
        <p:spPr>
          <a:xfrm>
            <a:off x="7387847" y="4837858"/>
            <a:ext cx="1440000" cy="1077110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9" name="Картинка  2"/>
          <p:cNvSpPr>
            <a:spLocks noGrp="1"/>
          </p:cNvSpPr>
          <p:nvPr>
            <p:ph type="pic" sz="quarter" idx="13" hasCustomPrompt="1"/>
          </p:nvPr>
        </p:nvSpPr>
        <p:spPr>
          <a:xfrm>
            <a:off x="7459565" y="3142238"/>
            <a:ext cx="1440000" cy="1440000"/>
          </a:xfrm>
          <a:prstGeom prst="roundRect">
            <a:avLst>
              <a:gd name="adj" fmla="val 3060"/>
            </a:avLst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/>
              <a:t>Нажмите на иконку чтобы добавить картинку</a:t>
            </a:r>
            <a:endParaRPr lang="ru-RU" dirty="0"/>
          </a:p>
        </p:txBody>
      </p:sp>
      <p:sp>
        <p:nvSpPr>
          <p:cNvPr id="14" name="Текст  3"/>
          <p:cNvSpPr>
            <a:spLocks noGrp="1"/>
          </p:cNvSpPr>
          <p:nvPr>
            <p:ph type="body" sz="quarter" idx="18" hasCustomPrompt="1"/>
          </p:nvPr>
        </p:nvSpPr>
        <p:spPr>
          <a:xfrm>
            <a:off x="5218540" y="4842459"/>
            <a:ext cx="1440000" cy="1077110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8" name="Картинка  3"/>
          <p:cNvSpPr>
            <a:spLocks noGrp="1"/>
          </p:cNvSpPr>
          <p:nvPr>
            <p:ph type="pic" sz="quarter" idx="12" hasCustomPrompt="1"/>
          </p:nvPr>
        </p:nvSpPr>
        <p:spPr>
          <a:xfrm>
            <a:off x="5290259" y="3142238"/>
            <a:ext cx="1440000" cy="1440000"/>
          </a:xfrm>
          <a:prstGeom prst="roundRect">
            <a:avLst>
              <a:gd name="adj" fmla="val 2493"/>
            </a:avLst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/>
              <a:t>Нажмите на иконку чтобы добавить картинку</a:t>
            </a:r>
            <a:endParaRPr lang="ru-RU" dirty="0"/>
          </a:p>
        </p:txBody>
      </p:sp>
      <p:sp>
        <p:nvSpPr>
          <p:cNvPr id="13" name="Текст  4"/>
          <p:cNvSpPr>
            <a:spLocks noGrp="1"/>
          </p:cNvSpPr>
          <p:nvPr>
            <p:ph type="body" sz="quarter" idx="17" hasCustomPrompt="1"/>
          </p:nvPr>
        </p:nvSpPr>
        <p:spPr>
          <a:xfrm>
            <a:off x="3049232" y="4837858"/>
            <a:ext cx="1440000" cy="1077110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7" name="Картинка  4"/>
          <p:cNvSpPr>
            <a:spLocks noGrp="1"/>
          </p:cNvSpPr>
          <p:nvPr>
            <p:ph type="pic" sz="quarter" idx="11" hasCustomPrompt="1"/>
          </p:nvPr>
        </p:nvSpPr>
        <p:spPr>
          <a:xfrm>
            <a:off x="3120953" y="3142238"/>
            <a:ext cx="1440000" cy="1440000"/>
          </a:xfrm>
          <a:prstGeom prst="roundRect">
            <a:avLst>
              <a:gd name="adj" fmla="val 2493"/>
            </a:avLst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/>
              <a:t>Нажмите на иконку чтобы добавить картинку</a:t>
            </a:r>
            <a:endParaRPr lang="ru-RU" dirty="0"/>
          </a:p>
        </p:txBody>
      </p:sp>
      <p:sp>
        <p:nvSpPr>
          <p:cNvPr id="12" name="Текст  5"/>
          <p:cNvSpPr>
            <a:spLocks noGrp="1"/>
          </p:cNvSpPr>
          <p:nvPr>
            <p:ph type="body" sz="quarter" idx="16" hasCustomPrompt="1"/>
          </p:nvPr>
        </p:nvSpPr>
        <p:spPr>
          <a:xfrm>
            <a:off x="879926" y="4837858"/>
            <a:ext cx="1440000" cy="1077110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6" name="Картинка  5"/>
          <p:cNvSpPr>
            <a:spLocks noGrp="1"/>
          </p:cNvSpPr>
          <p:nvPr>
            <p:ph type="pic" sz="quarter" idx="10" hasCustomPrompt="1"/>
          </p:nvPr>
        </p:nvSpPr>
        <p:spPr>
          <a:xfrm>
            <a:off x="950964" y="3142238"/>
            <a:ext cx="1440000" cy="1440000"/>
          </a:xfrm>
          <a:prstGeom prst="roundRect">
            <a:avLst>
              <a:gd name="adj" fmla="val 1926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r>
              <a:rPr lang="ru-RU"/>
              <a:t>Нажмите на иконку чтобы добавить картинку</a:t>
            </a:r>
            <a:endParaRPr lang="ru-RU" dirty="0"/>
          </a:p>
        </p:txBody>
      </p:sp>
      <p:sp>
        <p:nvSpPr>
          <p:cNvPr id="17" name="Текст  6"/>
          <p:cNvSpPr>
            <a:spLocks noGrp="1"/>
          </p:cNvSpPr>
          <p:nvPr>
            <p:ph type="body" sz="quarter" idx="23" hasCustomPrompt="1"/>
          </p:nvPr>
        </p:nvSpPr>
        <p:spPr>
          <a:xfrm>
            <a:off x="798846" y="1845929"/>
            <a:ext cx="10556875" cy="815383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18" name="Заголовок"/>
          <p:cNvSpPr>
            <a:spLocks noGrp="1"/>
          </p:cNvSpPr>
          <p:nvPr>
            <p:ph type="title" hasCustomPrompt="1"/>
          </p:nvPr>
        </p:nvSpPr>
        <p:spPr>
          <a:xfrm>
            <a:off x="796426" y="120644"/>
            <a:ext cx="10557375" cy="1136791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ru-RU"/>
              <a:t>Введите заголовок</a:t>
            </a:r>
            <a:endParaRPr lang="ru-RU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1019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Цитата - картинка сверх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  1"/>
          <p:cNvSpPr>
            <a:spLocks noGrp="1"/>
          </p:cNvSpPr>
          <p:nvPr>
            <p:ph type="body" sz="quarter" idx="14" hasCustomPrompt="1"/>
          </p:nvPr>
        </p:nvSpPr>
        <p:spPr>
          <a:xfrm>
            <a:off x="6012520" y="5574918"/>
            <a:ext cx="4288169" cy="412421"/>
          </a:xfrm>
        </p:spPr>
        <p:txBody>
          <a:bodyPr>
            <a:noAutofit/>
          </a:bodyPr>
          <a:lstStyle>
            <a:lvl1pPr marL="0" indent="0" algn="r">
              <a:buNone/>
              <a:defRPr/>
            </a:lvl1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9" name="Текст  2"/>
          <p:cNvSpPr>
            <a:spLocks noGrp="1"/>
          </p:cNvSpPr>
          <p:nvPr>
            <p:ph type="body" sz="quarter" idx="16" hasCustomPrompt="1"/>
          </p:nvPr>
        </p:nvSpPr>
        <p:spPr>
          <a:xfrm>
            <a:off x="2119239" y="4343401"/>
            <a:ext cx="8181450" cy="1142066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 sz="1200"/>
            </a:lvl2pPr>
            <a:lvl3pPr marL="685800" indent="0" algn="ctr">
              <a:buNone/>
              <a:defRPr sz="12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8" name="Картинка  1"/>
          <p:cNvSpPr>
            <a:spLocks noGrp="1"/>
          </p:cNvSpPr>
          <p:nvPr>
            <p:ph type="pic" sz="quarter" idx="13" hasCustomPrompt="1"/>
          </p:nvPr>
        </p:nvSpPr>
        <p:spPr>
          <a:xfrm>
            <a:off x="5232000" y="2179816"/>
            <a:ext cx="1620000" cy="16200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/>
              <a:t>Нажмите на иконку чтобы добавить картинку</a:t>
            </a:r>
            <a:endParaRPr lang="ru-RU" dirty="0"/>
          </a:p>
        </p:txBody>
      </p:sp>
      <p:sp>
        <p:nvSpPr>
          <p:cNvPr id="10" name="Заголовок"/>
          <p:cNvSpPr>
            <a:spLocks noGrp="1"/>
          </p:cNvSpPr>
          <p:nvPr>
            <p:ph type="title" hasCustomPrompt="1"/>
          </p:nvPr>
        </p:nvSpPr>
        <p:spPr>
          <a:xfrm>
            <a:off x="796426" y="120644"/>
            <a:ext cx="10557375" cy="1136791"/>
          </a:xfrm>
        </p:spPr>
        <p:txBody>
          <a:bodyPr anchor="b">
            <a:noAutofit/>
          </a:bodyPr>
          <a:lstStyle>
            <a:lvl1pPr algn="l">
              <a:defRPr sz="3200"/>
            </a:lvl1pPr>
          </a:lstStyle>
          <a:p>
            <a:r>
              <a:rPr lang="ru-RU"/>
              <a:t>Введите заголовок</a:t>
            </a:r>
            <a:endParaRPr lang="ru-RU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175172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Цитата - картинка сле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  1"/>
          <p:cNvSpPr>
            <a:spLocks noGrp="1"/>
          </p:cNvSpPr>
          <p:nvPr>
            <p:ph type="body" sz="quarter" idx="14" hasCustomPrompt="1"/>
          </p:nvPr>
        </p:nvSpPr>
        <p:spPr>
          <a:xfrm>
            <a:off x="4704958" y="5160670"/>
            <a:ext cx="4288169" cy="412421"/>
          </a:xfrm>
        </p:spPr>
        <p:txBody>
          <a:bodyPr>
            <a:noAutofit/>
          </a:bodyPr>
          <a:lstStyle>
            <a:lvl1pPr marL="0" indent="0" algn="l">
              <a:buNone/>
              <a:defRPr/>
            </a:lvl1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11" name="Текст  2"/>
          <p:cNvSpPr>
            <a:spLocks noGrp="1"/>
          </p:cNvSpPr>
          <p:nvPr>
            <p:ph type="body" sz="quarter" idx="16" hasCustomPrompt="1"/>
          </p:nvPr>
        </p:nvSpPr>
        <p:spPr>
          <a:xfrm>
            <a:off x="4698402" y="3871684"/>
            <a:ext cx="6655399" cy="1177394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 sz="1200"/>
            </a:lvl2pPr>
            <a:lvl3pPr marL="685800" indent="0" algn="ctr">
              <a:buNone/>
              <a:defRPr sz="12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8" name="Картинка  1"/>
          <p:cNvSpPr>
            <a:spLocks noGrp="1"/>
          </p:cNvSpPr>
          <p:nvPr>
            <p:ph type="pic" sz="quarter" idx="13" hasCustomPrompt="1"/>
          </p:nvPr>
        </p:nvSpPr>
        <p:spPr>
          <a:xfrm>
            <a:off x="2236134" y="3864085"/>
            <a:ext cx="1569931" cy="1569931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/>
              <a:t>Нажмите на иконку чтобы добавить картинку</a:t>
            </a:r>
            <a:endParaRPr lang="ru-RU" dirty="0"/>
          </a:p>
        </p:txBody>
      </p:sp>
      <p:sp>
        <p:nvSpPr>
          <p:cNvPr id="9" name="Текст  3"/>
          <p:cNvSpPr>
            <a:spLocks noGrp="1"/>
          </p:cNvSpPr>
          <p:nvPr>
            <p:ph type="body" sz="quarter" idx="23" hasCustomPrompt="1"/>
          </p:nvPr>
        </p:nvSpPr>
        <p:spPr>
          <a:xfrm>
            <a:off x="798846" y="1845929"/>
            <a:ext cx="10556875" cy="815383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10" name="Заголовок"/>
          <p:cNvSpPr>
            <a:spLocks noGrp="1"/>
          </p:cNvSpPr>
          <p:nvPr>
            <p:ph type="title" hasCustomPrompt="1"/>
          </p:nvPr>
        </p:nvSpPr>
        <p:spPr>
          <a:xfrm>
            <a:off x="796426" y="120644"/>
            <a:ext cx="10557375" cy="1136791"/>
          </a:xfrm>
        </p:spPr>
        <p:txBody>
          <a:bodyPr anchor="b">
            <a:noAutofit/>
          </a:bodyPr>
          <a:lstStyle>
            <a:lvl1pPr algn="l">
              <a:defRPr sz="3200"/>
            </a:lvl1pPr>
          </a:lstStyle>
          <a:p>
            <a:r>
              <a:rPr lang="ru-RU"/>
              <a:t>Введите заголовок</a:t>
            </a:r>
            <a:endParaRPr lang="ru-RU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890464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Миссия компан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Картинка  1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 lang="ru-RU"/>
            </a:lvl1pPr>
          </a:lstStyle>
          <a:p>
            <a:r>
              <a:rPr lang="ru-RU"/>
              <a:t>Нажмите на иконку чтобы добавить картинку</a:t>
            </a:r>
            <a:endParaRPr lang="ru-RU" dirty="0"/>
          </a:p>
        </p:txBody>
      </p:sp>
      <p:sp>
        <p:nvSpPr>
          <p:cNvPr id="5" name="Текст  1"/>
          <p:cNvSpPr>
            <a:spLocks noGrp="1"/>
          </p:cNvSpPr>
          <p:nvPr>
            <p:ph type="body" sz="quarter" idx="16" hasCustomPrompt="1"/>
          </p:nvPr>
        </p:nvSpPr>
        <p:spPr>
          <a:xfrm>
            <a:off x="2176670" y="2691009"/>
            <a:ext cx="7605067" cy="2079774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 sz="1200"/>
            </a:lvl2pPr>
            <a:lvl3pPr marL="685800" indent="0" algn="ctr">
              <a:buNone/>
              <a:defRPr sz="12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8" name="Заголовок"/>
          <p:cNvSpPr>
            <a:spLocks noGrp="1"/>
          </p:cNvSpPr>
          <p:nvPr>
            <p:ph type="title" hasCustomPrompt="1"/>
          </p:nvPr>
        </p:nvSpPr>
        <p:spPr>
          <a:xfrm>
            <a:off x="796426" y="120644"/>
            <a:ext cx="10557375" cy="1136791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ru-RU"/>
              <a:t>Введите заголовок</a:t>
            </a:r>
            <a:endParaRPr lang="ru-RU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484964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История событий - начал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Текст  1"/>
          <p:cNvSpPr>
            <a:spLocks noGrp="1"/>
          </p:cNvSpPr>
          <p:nvPr>
            <p:ph type="body" sz="quarter" idx="19" hasCustomPrompt="1"/>
          </p:nvPr>
        </p:nvSpPr>
        <p:spPr>
          <a:xfrm>
            <a:off x="3122609" y="5311382"/>
            <a:ext cx="2989955" cy="821061"/>
          </a:xfrm>
        </p:spPr>
        <p:txBody>
          <a:bodyPr>
            <a:normAutofit/>
          </a:bodyPr>
          <a:lstStyle>
            <a:lvl1pPr algn="l">
              <a:defRPr sz="1600" b="0" baseline="0"/>
            </a:lvl1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16" name="Текст  2"/>
          <p:cNvSpPr>
            <a:spLocks noGrp="1"/>
          </p:cNvSpPr>
          <p:nvPr>
            <p:ph type="body" sz="quarter" idx="18" hasCustomPrompt="1"/>
          </p:nvPr>
        </p:nvSpPr>
        <p:spPr>
          <a:xfrm>
            <a:off x="3122610" y="4940031"/>
            <a:ext cx="2750108" cy="450567"/>
          </a:xfrm>
        </p:spPr>
        <p:txBody>
          <a:bodyPr>
            <a:normAutofit/>
          </a:bodyPr>
          <a:lstStyle>
            <a:lvl1pPr algn="l">
              <a:defRPr sz="1600" b="1" baseline="0"/>
            </a:lvl1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19" name="Картинка  1"/>
          <p:cNvSpPr>
            <a:spLocks noGrp="1"/>
          </p:cNvSpPr>
          <p:nvPr>
            <p:ph type="pic" sz="quarter" idx="13" hasCustomPrompt="1"/>
          </p:nvPr>
        </p:nvSpPr>
        <p:spPr>
          <a:xfrm>
            <a:off x="6809316" y="4186666"/>
            <a:ext cx="3960000" cy="2160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/>
              <a:t>Нажмите на иконку чтобы добавить картинку</a:t>
            </a:r>
            <a:endParaRPr lang="ru-RU" dirty="0"/>
          </a:p>
        </p:txBody>
      </p:sp>
      <p:sp>
        <p:nvSpPr>
          <p:cNvPr id="21" name="Картинка  2"/>
          <p:cNvSpPr>
            <a:spLocks noGrp="1"/>
          </p:cNvSpPr>
          <p:nvPr>
            <p:ph type="pic" sz="quarter" idx="14" hasCustomPrompt="1"/>
          </p:nvPr>
        </p:nvSpPr>
        <p:spPr>
          <a:xfrm>
            <a:off x="1345240" y="4726666"/>
            <a:ext cx="1620000" cy="1620000"/>
          </a:xfrm>
          <a:prstGeom prst="ellipse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ru-RU"/>
              <a:t>Нажмите на иконку чтобы добавить картинку</a:t>
            </a:r>
            <a:endParaRPr lang="ru-RU" dirty="0"/>
          </a:p>
        </p:txBody>
      </p:sp>
      <p:sp>
        <p:nvSpPr>
          <p:cNvPr id="6" name="Заголовок"/>
          <p:cNvSpPr>
            <a:spLocks noGrp="1"/>
          </p:cNvSpPr>
          <p:nvPr>
            <p:ph type="title" hasCustomPrompt="1"/>
          </p:nvPr>
        </p:nvSpPr>
        <p:spPr>
          <a:xfrm>
            <a:off x="796426" y="120644"/>
            <a:ext cx="10557375" cy="1136791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ru-RU"/>
              <a:t>Введите заголовок</a:t>
            </a:r>
            <a:endParaRPr lang="ru-RU" dirty="0"/>
          </a:p>
        </p:txBody>
      </p:sp>
      <p:sp>
        <p:nvSpPr>
          <p:cNvPr id="15" name="Текст  3"/>
          <p:cNvSpPr>
            <a:spLocks noGrp="1"/>
          </p:cNvSpPr>
          <p:nvPr>
            <p:ph type="body" sz="quarter" idx="17" hasCustomPrompt="1"/>
          </p:nvPr>
        </p:nvSpPr>
        <p:spPr>
          <a:xfrm>
            <a:off x="6702808" y="3117447"/>
            <a:ext cx="4650993" cy="997353"/>
          </a:xfrm>
        </p:spPr>
        <p:txBody>
          <a:bodyPr>
            <a:normAutofit/>
          </a:bodyPr>
          <a:lstStyle>
            <a:lvl1pPr algn="l">
              <a:defRPr sz="1600" b="0" baseline="0"/>
            </a:lvl1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14" name="Текст  4"/>
          <p:cNvSpPr>
            <a:spLocks noGrp="1"/>
          </p:cNvSpPr>
          <p:nvPr>
            <p:ph type="body" sz="quarter" idx="16" hasCustomPrompt="1"/>
          </p:nvPr>
        </p:nvSpPr>
        <p:spPr>
          <a:xfrm>
            <a:off x="6702809" y="2647882"/>
            <a:ext cx="4066507" cy="450567"/>
          </a:xfrm>
        </p:spPr>
        <p:txBody>
          <a:bodyPr>
            <a:normAutofit/>
          </a:bodyPr>
          <a:lstStyle>
            <a:lvl1pPr algn="l">
              <a:defRPr sz="1600" b="1" baseline="0"/>
            </a:lvl1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3" name="Текст  5"/>
          <p:cNvSpPr>
            <a:spLocks noGrp="1"/>
          </p:cNvSpPr>
          <p:nvPr>
            <p:ph type="body" sz="quarter" idx="15" hasCustomPrompt="1"/>
          </p:nvPr>
        </p:nvSpPr>
        <p:spPr>
          <a:xfrm>
            <a:off x="2354749" y="2624440"/>
            <a:ext cx="2901950" cy="450567"/>
          </a:xfrm>
        </p:spPr>
        <p:txBody>
          <a:bodyPr>
            <a:normAutofit/>
          </a:bodyPr>
          <a:lstStyle>
            <a:lvl1pPr algn="r">
              <a:defRPr sz="1800" b="1" baseline="0"/>
            </a:lvl1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01834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История событий - продолж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Картинка  1"/>
          <p:cNvSpPr>
            <a:spLocks noGrp="1"/>
          </p:cNvSpPr>
          <p:nvPr>
            <p:ph type="pic" sz="quarter" idx="13" hasCustomPrompt="1"/>
          </p:nvPr>
        </p:nvSpPr>
        <p:spPr>
          <a:xfrm>
            <a:off x="1540964" y="4317198"/>
            <a:ext cx="3960000" cy="21600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/>
              <a:t>Нажмите на иконку чтобы добавить картинку</a:t>
            </a:r>
            <a:endParaRPr lang="ru-RU" dirty="0"/>
          </a:p>
        </p:txBody>
      </p:sp>
      <p:sp>
        <p:nvSpPr>
          <p:cNvPr id="8" name="Картинка  2"/>
          <p:cNvSpPr>
            <a:spLocks noGrp="1"/>
          </p:cNvSpPr>
          <p:nvPr>
            <p:ph type="pic" sz="quarter" idx="14" hasCustomPrompt="1"/>
          </p:nvPr>
        </p:nvSpPr>
        <p:spPr>
          <a:xfrm>
            <a:off x="6562233" y="1134469"/>
            <a:ext cx="3960000" cy="2160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/>
              <a:t>Нажмите на иконку чтобы добавить картинку</a:t>
            </a:r>
            <a:endParaRPr lang="ru-RU" dirty="0"/>
          </a:p>
        </p:txBody>
      </p:sp>
      <p:sp>
        <p:nvSpPr>
          <p:cNvPr id="14" name="Текст  1"/>
          <p:cNvSpPr>
            <a:spLocks noGrp="1"/>
          </p:cNvSpPr>
          <p:nvPr>
            <p:ph type="body" sz="quarter" idx="17" hasCustomPrompt="1"/>
          </p:nvPr>
        </p:nvSpPr>
        <p:spPr>
          <a:xfrm>
            <a:off x="6466785" y="4317198"/>
            <a:ext cx="4650993" cy="1814796"/>
          </a:xfrm>
        </p:spPr>
        <p:txBody>
          <a:bodyPr>
            <a:normAutofit/>
          </a:bodyPr>
          <a:lstStyle>
            <a:lvl1pPr algn="l">
              <a:defRPr sz="1600" b="0" baseline="0"/>
            </a:lvl1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13" name="Текст  2"/>
          <p:cNvSpPr>
            <a:spLocks noGrp="1"/>
          </p:cNvSpPr>
          <p:nvPr>
            <p:ph type="body" sz="quarter" idx="16" hasCustomPrompt="1"/>
          </p:nvPr>
        </p:nvSpPr>
        <p:spPr>
          <a:xfrm>
            <a:off x="6466786" y="3847633"/>
            <a:ext cx="4066507" cy="450567"/>
          </a:xfrm>
        </p:spPr>
        <p:txBody>
          <a:bodyPr>
            <a:normAutofit/>
          </a:bodyPr>
          <a:lstStyle>
            <a:lvl1pPr algn="l">
              <a:defRPr sz="1600" b="1" baseline="0"/>
            </a:lvl1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17" name="Текст  3"/>
          <p:cNvSpPr>
            <a:spLocks noGrp="1"/>
          </p:cNvSpPr>
          <p:nvPr>
            <p:ph type="body" sz="quarter" idx="15" hasCustomPrompt="1"/>
          </p:nvPr>
        </p:nvSpPr>
        <p:spPr>
          <a:xfrm>
            <a:off x="2685643" y="3847559"/>
            <a:ext cx="2901950" cy="450567"/>
          </a:xfrm>
        </p:spPr>
        <p:txBody>
          <a:bodyPr>
            <a:normAutofit/>
          </a:bodyPr>
          <a:lstStyle>
            <a:lvl1pPr algn="r">
              <a:defRPr sz="1800" b="1" baseline="0"/>
            </a:lvl1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16" name="Текст  4"/>
          <p:cNvSpPr>
            <a:spLocks noGrp="1"/>
          </p:cNvSpPr>
          <p:nvPr>
            <p:ph type="body" sz="quarter" idx="19" hasCustomPrompt="1"/>
          </p:nvPr>
        </p:nvSpPr>
        <p:spPr>
          <a:xfrm>
            <a:off x="956478" y="1026156"/>
            <a:ext cx="4650993" cy="1905887"/>
          </a:xfrm>
        </p:spPr>
        <p:txBody>
          <a:bodyPr>
            <a:normAutofit/>
          </a:bodyPr>
          <a:lstStyle>
            <a:lvl1pPr algn="r">
              <a:defRPr sz="1600" b="0" baseline="0"/>
            </a:lvl1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18" name="Текст  5"/>
          <p:cNvSpPr>
            <a:spLocks noGrp="1"/>
          </p:cNvSpPr>
          <p:nvPr>
            <p:ph type="body" sz="quarter" idx="20" hasCustomPrompt="1"/>
          </p:nvPr>
        </p:nvSpPr>
        <p:spPr>
          <a:xfrm>
            <a:off x="6466785" y="559541"/>
            <a:ext cx="2901950" cy="450567"/>
          </a:xfrm>
        </p:spPr>
        <p:txBody>
          <a:bodyPr>
            <a:normAutofit/>
          </a:bodyPr>
          <a:lstStyle>
            <a:lvl1pPr algn="l">
              <a:defRPr sz="1800" b="1" baseline="0"/>
            </a:lvl1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15" name="Текст  6"/>
          <p:cNvSpPr>
            <a:spLocks noGrp="1"/>
          </p:cNvSpPr>
          <p:nvPr>
            <p:ph type="body" sz="quarter" idx="18" hasCustomPrompt="1"/>
          </p:nvPr>
        </p:nvSpPr>
        <p:spPr>
          <a:xfrm>
            <a:off x="1540964" y="559541"/>
            <a:ext cx="4066507" cy="450567"/>
          </a:xfrm>
        </p:spPr>
        <p:txBody>
          <a:bodyPr>
            <a:normAutofit/>
          </a:bodyPr>
          <a:lstStyle>
            <a:lvl1pPr algn="r">
              <a:defRPr sz="1600" b="1" baseline="0"/>
            </a:lvl1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8991758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История событий - сейча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 1"/>
          <p:cNvSpPr>
            <a:spLocks noGrp="1"/>
          </p:cNvSpPr>
          <p:nvPr>
            <p:ph type="body" sz="quarter" idx="17" hasCustomPrompt="1"/>
          </p:nvPr>
        </p:nvSpPr>
        <p:spPr>
          <a:xfrm>
            <a:off x="8284520" y="4445825"/>
            <a:ext cx="3224994" cy="1577288"/>
          </a:xfrm>
        </p:spPr>
        <p:txBody>
          <a:bodyPr>
            <a:normAutofit/>
          </a:bodyPr>
          <a:lstStyle>
            <a:lvl1pPr algn="l">
              <a:defRPr sz="1600" b="0" baseline="0"/>
            </a:lvl1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4" name="Текст  2"/>
          <p:cNvSpPr>
            <a:spLocks noGrp="1"/>
          </p:cNvSpPr>
          <p:nvPr>
            <p:ph type="body" sz="quarter" idx="16" hasCustomPrompt="1"/>
          </p:nvPr>
        </p:nvSpPr>
        <p:spPr>
          <a:xfrm>
            <a:off x="8284521" y="3986199"/>
            <a:ext cx="2777732" cy="450567"/>
          </a:xfrm>
        </p:spPr>
        <p:txBody>
          <a:bodyPr>
            <a:normAutofit/>
          </a:bodyPr>
          <a:lstStyle>
            <a:lvl1pPr algn="l">
              <a:defRPr sz="1600" b="1" baseline="0"/>
            </a:lvl1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9" name="Картинка  1"/>
          <p:cNvSpPr>
            <a:spLocks noGrp="1"/>
          </p:cNvSpPr>
          <p:nvPr>
            <p:ph type="pic" sz="quarter" idx="15" hasCustomPrompt="1"/>
          </p:nvPr>
        </p:nvSpPr>
        <p:spPr>
          <a:xfrm>
            <a:off x="6570286" y="3906688"/>
            <a:ext cx="1440000" cy="1440000"/>
          </a:xfrm>
          <a:prstGeom prst="ellipse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/>
            </a:lvl1pPr>
          </a:lstStyle>
          <a:p>
            <a:r>
              <a:rPr lang="ru-RU"/>
              <a:t>Нажмите на иконку чтобы добавить картинку</a:t>
            </a:r>
            <a:endParaRPr lang="ru-RU" dirty="0"/>
          </a:p>
        </p:txBody>
      </p:sp>
      <p:sp>
        <p:nvSpPr>
          <p:cNvPr id="10" name="Текст  3"/>
          <p:cNvSpPr>
            <a:spLocks noGrp="1"/>
          </p:cNvSpPr>
          <p:nvPr>
            <p:ph type="body" sz="quarter" idx="20" hasCustomPrompt="1"/>
          </p:nvPr>
        </p:nvSpPr>
        <p:spPr>
          <a:xfrm>
            <a:off x="2824791" y="3986199"/>
            <a:ext cx="2901950" cy="450567"/>
          </a:xfrm>
        </p:spPr>
        <p:txBody>
          <a:bodyPr>
            <a:normAutofit/>
          </a:bodyPr>
          <a:lstStyle>
            <a:lvl1pPr algn="r">
              <a:defRPr sz="1800" b="1" baseline="0"/>
            </a:lvl1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7" name="Текст  4"/>
          <p:cNvSpPr>
            <a:spLocks noGrp="1"/>
          </p:cNvSpPr>
          <p:nvPr>
            <p:ph type="body" sz="quarter" idx="19" hasCustomPrompt="1"/>
          </p:nvPr>
        </p:nvSpPr>
        <p:spPr>
          <a:xfrm>
            <a:off x="6490773" y="1037218"/>
            <a:ext cx="4650993" cy="2024034"/>
          </a:xfrm>
        </p:spPr>
        <p:txBody>
          <a:bodyPr>
            <a:normAutofit/>
          </a:bodyPr>
          <a:lstStyle>
            <a:lvl1pPr algn="l">
              <a:defRPr sz="1600" b="0" baseline="0"/>
            </a:lvl1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8" name="Картинка  2"/>
          <p:cNvSpPr>
            <a:spLocks noGrp="1"/>
          </p:cNvSpPr>
          <p:nvPr>
            <p:ph type="pic" sz="quarter" idx="14" hasCustomPrompt="1"/>
          </p:nvPr>
        </p:nvSpPr>
        <p:spPr>
          <a:xfrm>
            <a:off x="1682814" y="1421596"/>
            <a:ext cx="3960000" cy="2160000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ru-RU"/>
              <a:t>Нажмите на иконку чтобы добавить картинку</a:t>
            </a:r>
            <a:endParaRPr lang="ru-RU" dirty="0"/>
          </a:p>
        </p:txBody>
      </p:sp>
      <p:sp>
        <p:nvSpPr>
          <p:cNvPr id="6" name="Текст  5"/>
          <p:cNvSpPr>
            <a:spLocks noGrp="1"/>
          </p:cNvSpPr>
          <p:nvPr>
            <p:ph type="body" sz="quarter" idx="18" hasCustomPrompt="1"/>
          </p:nvPr>
        </p:nvSpPr>
        <p:spPr>
          <a:xfrm>
            <a:off x="6490774" y="567653"/>
            <a:ext cx="4066507" cy="450567"/>
          </a:xfrm>
        </p:spPr>
        <p:txBody>
          <a:bodyPr>
            <a:normAutofit/>
          </a:bodyPr>
          <a:lstStyle>
            <a:lvl1pPr algn="l">
              <a:defRPr sz="1600" b="1" baseline="0"/>
            </a:lvl1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11" name="Текст  6"/>
          <p:cNvSpPr>
            <a:spLocks noGrp="1"/>
          </p:cNvSpPr>
          <p:nvPr>
            <p:ph type="body" sz="quarter" idx="21" hasCustomPrompt="1"/>
          </p:nvPr>
        </p:nvSpPr>
        <p:spPr>
          <a:xfrm>
            <a:off x="2824791" y="566426"/>
            <a:ext cx="2901950" cy="450567"/>
          </a:xfrm>
        </p:spPr>
        <p:txBody>
          <a:bodyPr>
            <a:normAutofit/>
          </a:bodyPr>
          <a:lstStyle>
            <a:lvl1pPr algn="r">
              <a:defRPr sz="1800" b="1" baseline="0"/>
            </a:lvl1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070931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Резюме курс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 1"/>
          <p:cNvSpPr>
            <a:spLocks noGrp="1"/>
          </p:cNvSpPr>
          <p:nvPr>
            <p:ph type="body" sz="quarter" idx="17" hasCustomPrompt="1"/>
          </p:nvPr>
        </p:nvSpPr>
        <p:spPr>
          <a:xfrm>
            <a:off x="1417738" y="5045618"/>
            <a:ext cx="5798607" cy="79311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None/>
              <a:defRPr sz="16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10" name="Текст  2"/>
          <p:cNvSpPr>
            <a:spLocks noGrp="1"/>
          </p:cNvSpPr>
          <p:nvPr>
            <p:ph type="body" sz="quarter" idx="15" hasCustomPrompt="1"/>
          </p:nvPr>
        </p:nvSpPr>
        <p:spPr>
          <a:xfrm>
            <a:off x="1417738" y="3971449"/>
            <a:ext cx="5798607" cy="79311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None/>
              <a:defRPr sz="16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29" name="Текст  3"/>
          <p:cNvSpPr>
            <a:spLocks noGrp="1"/>
          </p:cNvSpPr>
          <p:nvPr>
            <p:ph type="body" sz="quarter" idx="11" hasCustomPrompt="1"/>
          </p:nvPr>
        </p:nvSpPr>
        <p:spPr>
          <a:xfrm>
            <a:off x="1417738" y="2897280"/>
            <a:ext cx="5798607" cy="79311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None/>
              <a:defRPr sz="16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3" name="Текст  4"/>
          <p:cNvSpPr>
            <a:spLocks noGrp="1"/>
          </p:cNvSpPr>
          <p:nvPr>
            <p:ph type="body" sz="quarter" idx="19" hasCustomPrompt="1"/>
          </p:nvPr>
        </p:nvSpPr>
        <p:spPr>
          <a:xfrm>
            <a:off x="795868" y="1787900"/>
            <a:ext cx="6420477" cy="669565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7" name="Заголовок"/>
          <p:cNvSpPr>
            <a:spLocks noGrp="1"/>
          </p:cNvSpPr>
          <p:nvPr>
            <p:ph type="title" hasCustomPrompt="1"/>
          </p:nvPr>
        </p:nvSpPr>
        <p:spPr>
          <a:xfrm>
            <a:off x="796427" y="120646"/>
            <a:ext cx="6419919" cy="1136791"/>
          </a:xfrm>
        </p:spPr>
        <p:txBody>
          <a:bodyPr anchor="b">
            <a:normAutofit/>
          </a:bodyPr>
          <a:lstStyle>
            <a:lvl1pPr>
              <a:defRPr sz="3200">
                <a:latin typeface="+mj-lt"/>
              </a:defRPr>
            </a:lvl1pPr>
          </a:lstStyle>
          <a:p>
            <a:r>
              <a:rPr lang="ru-RU"/>
              <a:t>Введите заголовок</a:t>
            </a:r>
            <a:endParaRPr lang="ru-RU" dirty="0"/>
          </a:p>
        </p:txBody>
      </p:sp>
      <p:sp>
        <p:nvSpPr>
          <p:cNvPr id="14" name="Картинка  1"/>
          <p:cNvSpPr>
            <a:spLocks noGrp="1"/>
          </p:cNvSpPr>
          <p:nvPr>
            <p:ph type="pic" idx="1" hasCustomPrompt="1"/>
          </p:nvPr>
        </p:nvSpPr>
        <p:spPr>
          <a:xfrm>
            <a:off x="8182919" y="-8467"/>
            <a:ext cx="4010373" cy="68760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Нажмите на иконку чтобы добавить картинку</a:t>
            </a:r>
            <a:endParaRPr lang="ru-RU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963313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Итогов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Картинка  1"/>
          <p:cNvSpPr>
            <a:spLocks noGrp="1"/>
          </p:cNvSpPr>
          <p:nvPr>
            <p:ph type="pic" idx="1" hasCustomPrompt="1"/>
          </p:nvPr>
        </p:nvSpPr>
        <p:spPr>
          <a:xfrm>
            <a:off x="6829778" y="2"/>
            <a:ext cx="5362223" cy="685799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Нажмите на иконку чтобы добавить картинку</a:t>
            </a:r>
            <a:endParaRPr lang="ru-RU" dirty="0"/>
          </a:p>
        </p:txBody>
      </p:sp>
      <p:sp>
        <p:nvSpPr>
          <p:cNvPr id="4" name="Текст  1"/>
          <p:cNvSpPr>
            <a:spLocks noGrp="1"/>
          </p:cNvSpPr>
          <p:nvPr>
            <p:ph type="body" sz="half" idx="2" hasCustomPrompt="1"/>
          </p:nvPr>
        </p:nvSpPr>
        <p:spPr>
          <a:xfrm>
            <a:off x="1115438" y="3330911"/>
            <a:ext cx="5136205" cy="3079324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Введите текст</a:t>
            </a:r>
            <a:endParaRPr lang="ru-RU" dirty="0"/>
          </a:p>
        </p:txBody>
      </p:sp>
      <p:sp>
        <p:nvSpPr>
          <p:cNvPr id="5" name="Заголовок"/>
          <p:cNvSpPr>
            <a:spLocks noGrp="1"/>
          </p:cNvSpPr>
          <p:nvPr>
            <p:ph type="title" hasCustomPrompt="1"/>
          </p:nvPr>
        </p:nvSpPr>
        <p:spPr>
          <a:xfrm>
            <a:off x="1115439" y="1171068"/>
            <a:ext cx="5136204" cy="1475360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ru-RU"/>
              <a:t>Введите заголовок</a:t>
            </a:r>
            <a:endParaRPr lang="ru-RU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09407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Введите заголовок</a:t>
            </a:r>
            <a:endParaRPr lang="ru-RU" dirty="0"/>
          </a:p>
        </p:txBody>
      </p:sp>
      <p:sp>
        <p:nvSpPr>
          <p:cNvPr id="3" name="Текст  1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Введите текст</a:t>
            </a:r>
            <a:endParaRPr lang="ru-RU" dirty="0"/>
          </a:p>
        </p:txBody>
      </p:sp>
    </p:spTree>
    <p:custDataLst>
      <p:tags r:id="rId32"/>
    </p:custDataLst>
    <p:extLst>
      <p:ext uri="{BB962C8B-B14F-4D97-AF65-F5344CB8AC3E}">
        <p14:creationId xmlns:p14="http://schemas.microsoft.com/office/powerpoint/2010/main" val="286194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3.xml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50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30.png"/><Relationship Id="rId12" Type="http://schemas.openxmlformats.org/officeDocument/2006/relationships/slide" Target="slide7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4.xml"/><Relationship Id="rId6" Type="http://schemas.openxmlformats.org/officeDocument/2006/relationships/slide" Target="slide3.xml"/><Relationship Id="rId11" Type="http://schemas.openxmlformats.org/officeDocument/2006/relationships/image" Target="../media/image5.png"/><Relationship Id="rId5" Type="http://schemas.openxmlformats.org/officeDocument/2006/relationships/image" Target="../media/image3.png"/><Relationship Id="rId10" Type="http://schemas.openxmlformats.org/officeDocument/2006/relationships/image" Target="../media/image4.png"/><Relationship Id="rId4" Type="http://schemas.openxmlformats.org/officeDocument/2006/relationships/image" Target="../media/image2.jpg"/><Relationship Id="rId9" Type="http://schemas.openxmlformats.org/officeDocument/2006/relationships/slide" Target="slide3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6.xml"/><Relationship Id="rId5" Type="http://schemas.openxmlformats.org/officeDocument/2006/relationships/slide" Target="slide28.xml"/><Relationship Id="rId4" Type="http://schemas.openxmlformats.org/officeDocument/2006/relationships/slide" Target="slide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3" Type="http://schemas.openxmlformats.org/officeDocument/2006/relationships/notesSlide" Target="../notesSlides/notesSlide5.xml"/><Relationship Id="rId7" Type="http://schemas.openxmlformats.org/officeDocument/2006/relationships/slide" Target="slide1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7.xml"/><Relationship Id="rId6" Type="http://schemas.openxmlformats.org/officeDocument/2006/relationships/slide" Target="slide10.xml"/><Relationship Id="rId11" Type="http://schemas.openxmlformats.org/officeDocument/2006/relationships/slide" Target="slide26.xml"/><Relationship Id="rId5" Type="http://schemas.openxmlformats.org/officeDocument/2006/relationships/slide" Target="slide9.xml"/><Relationship Id="rId10" Type="http://schemas.openxmlformats.org/officeDocument/2006/relationships/slide" Target="slide15.xml"/><Relationship Id="rId4" Type="http://schemas.openxmlformats.org/officeDocument/2006/relationships/slide" Target="slide7.xml"/><Relationship Id="rId9" Type="http://schemas.openxmlformats.org/officeDocument/2006/relationships/slide" Target="slide1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21.xml"/><Relationship Id="rId3" Type="http://schemas.openxmlformats.org/officeDocument/2006/relationships/notesSlide" Target="../notesSlides/notesSlide6.xml"/><Relationship Id="rId7" Type="http://schemas.openxmlformats.org/officeDocument/2006/relationships/slide" Target="slide2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8.xml"/><Relationship Id="rId6" Type="http://schemas.openxmlformats.org/officeDocument/2006/relationships/slide" Target="slide19.xml"/><Relationship Id="rId11" Type="http://schemas.openxmlformats.org/officeDocument/2006/relationships/slide" Target="slide26.xml"/><Relationship Id="rId5" Type="http://schemas.openxmlformats.org/officeDocument/2006/relationships/slide" Target="slide18.xml"/><Relationship Id="rId10" Type="http://schemas.openxmlformats.org/officeDocument/2006/relationships/slide" Target="slide24.xml"/><Relationship Id="rId4" Type="http://schemas.openxmlformats.org/officeDocument/2006/relationships/slide" Target="slide17.xml"/><Relationship Id="rId9" Type="http://schemas.openxmlformats.org/officeDocument/2006/relationships/slide" Target="slide2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9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0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3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4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5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6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7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8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26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9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0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1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2.xml"/><Relationship Id="rId6" Type="http://schemas.openxmlformats.org/officeDocument/2006/relationships/image" Target="../media/image31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3.xml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4.xml"/><Relationship Id="rId6" Type="http://schemas.openxmlformats.org/officeDocument/2006/relationships/image" Target="../media/image32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5.xml"/><Relationship Id="rId6" Type="http://schemas.openxmlformats.org/officeDocument/2006/relationships/image" Target="../media/image36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6.xml"/><Relationship Id="rId6" Type="http://schemas.openxmlformats.org/officeDocument/2006/relationships/image" Target="../media/image38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5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8.xml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9.xml"/><Relationship Id="rId4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" Target="slide33.xml"/><Relationship Id="rId3" Type="http://schemas.openxmlformats.org/officeDocument/2006/relationships/notesSlide" Target="../notesSlides/notesSlide28.xml"/><Relationship Id="rId7" Type="http://schemas.openxmlformats.org/officeDocument/2006/relationships/slide" Target="slide3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0.xml"/><Relationship Id="rId6" Type="http://schemas.openxmlformats.org/officeDocument/2006/relationships/slide" Target="slide31.xml"/><Relationship Id="rId11" Type="http://schemas.openxmlformats.org/officeDocument/2006/relationships/slide" Target="slide36.xml"/><Relationship Id="rId5" Type="http://schemas.openxmlformats.org/officeDocument/2006/relationships/slide" Target="slide30.xml"/><Relationship Id="rId10" Type="http://schemas.openxmlformats.org/officeDocument/2006/relationships/slide" Target="slide35.xml"/><Relationship Id="rId4" Type="http://schemas.openxmlformats.org/officeDocument/2006/relationships/slide" Target="slide29.xml"/><Relationship Id="rId9" Type="http://schemas.openxmlformats.org/officeDocument/2006/relationships/slide" Target="slide3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1.xml"/><Relationship Id="rId6" Type="http://schemas.openxmlformats.org/officeDocument/2006/relationships/image" Target="../media/image56.png"/><Relationship Id="rId5" Type="http://schemas.openxmlformats.org/officeDocument/2006/relationships/image" Target="../media/image54.png"/><Relationship Id="rId4" Type="http://schemas.openxmlformats.org/officeDocument/2006/relationships/image" Target="../media/image5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2.xml"/><Relationship Id="rId6" Type="http://schemas.openxmlformats.org/officeDocument/2006/relationships/image" Target="../media/image56.png"/><Relationship Id="rId5" Type="http://schemas.openxmlformats.org/officeDocument/2006/relationships/image" Target="../media/image57.png"/><Relationship Id="rId4" Type="http://schemas.openxmlformats.org/officeDocument/2006/relationships/image" Target="../media/image5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3.xml"/><Relationship Id="rId6" Type="http://schemas.openxmlformats.org/officeDocument/2006/relationships/image" Target="../media/image56.png"/><Relationship Id="rId5" Type="http://schemas.openxmlformats.org/officeDocument/2006/relationships/image" Target="../media/image58.png"/><Relationship Id="rId4" Type="http://schemas.openxmlformats.org/officeDocument/2006/relationships/image" Target="../media/image5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4.xml"/><Relationship Id="rId6" Type="http://schemas.openxmlformats.org/officeDocument/2006/relationships/image" Target="../media/image56.png"/><Relationship Id="rId5" Type="http://schemas.openxmlformats.org/officeDocument/2006/relationships/image" Target="../media/image59.png"/><Relationship Id="rId4" Type="http://schemas.openxmlformats.org/officeDocument/2006/relationships/image" Target="../media/image5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5.xml"/><Relationship Id="rId6" Type="http://schemas.openxmlformats.org/officeDocument/2006/relationships/image" Target="../media/image56.png"/><Relationship Id="rId5" Type="http://schemas.openxmlformats.org/officeDocument/2006/relationships/image" Target="../media/image60.png"/><Relationship Id="rId4" Type="http://schemas.openxmlformats.org/officeDocument/2006/relationships/image" Target="../media/image5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6.xml"/><Relationship Id="rId6" Type="http://schemas.openxmlformats.org/officeDocument/2006/relationships/image" Target="../media/image56.png"/><Relationship Id="rId5" Type="http://schemas.openxmlformats.org/officeDocument/2006/relationships/image" Target="../media/image61.png"/><Relationship Id="rId4" Type="http://schemas.openxmlformats.org/officeDocument/2006/relationships/image" Target="../media/image5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7.xml"/><Relationship Id="rId6" Type="http://schemas.openxmlformats.org/officeDocument/2006/relationships/image" Target="../media/image56.png"/><Relationship Id="rId5" Type="http://schemas.openxmlformats.org/officeDocument/2006/relationships/image" Target="../media/image62.png"/><Relationship Id="rId4" Type="http://schemas.openxmlformats.org/officeDocument/2006/relationships/image" Target="../media/image5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8.xml"/><Relationship Id="rId6" Type="http://schemas.openxmlformats.org/officeDocument/2006/relationships/image" Target="../media/image56.png"/><Relationship Id="rId5" Type="http://schemas.openxmlformats.org/officeDocument/2006/relationships/image" Target="../media/image63.png"/><Relationship Id="rId4" Type="http://schemas.openxmlformats.org/officeDocument/2006/relationships/image" Target="../media/image5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Relationship Id="rId4" Type="http://schemas.openxmlformats.org/officeDocument/2006/relationships/image" Target="../media/image6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0.xml"/><Relationship Id="rId5" Type="http://schemas.openxmlformats.org/officeDocument/2006/relationships/slide" Target="slide63.xml"/><Relationship Id="rId4" Type="http://schemas.openxmlformats.org/officeDocument/2006/relationships/slide" Target="slide39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3" Type="http://schemas.openxmlformats.org/officeDocument/2006/relationships/notesSlide" Target="../notesSlides/notesSlide39.xml"/><Relationship Id="rId7" Type="http://schemas.openxmlformats.org/officeDocument/2006/relationships/slide" Target="slide4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1.xml"/><Relationship Id="rId6" Type="http://schemas.openxmlformats.org/officeDocument/2006/relationships/slide" Target="slide19.xml"/><Relationship Id="rId11" Type="http://schemas.openxmlformats.org/officeDocument/2006/relationships/slide" Target="slide61.xml"/><Relationship Id="rId5" Type="http://schemas.openxmlformats.org/officeDocument/2006/relationships/slide" Target="slide7.xml"/><Relationship Id="rId10" Type="http://schemas.openxmlformats.org/officeDocument/2006/relationships/slide" Target="slide51.xml"/><Relationship Id="rId4" Type="http://schemas.openxmlformats.org/officeDocument/2006/relationships/slide" Target="slide41.xml"/><Relationship Id="rId9" Type="http://schemas.openxmlformats.org/officeDocument/2006/relationships/slide" Target="slide48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slide" Target="slide59.xml"/><Relationship Id="rId3" Type="http://schemas.openxmlformats.org/officeDocument/2006/relationships/notesSlide" Target="../notesSlides/notesSlide40.xml"/><Relationship Id="rId7" Type="http://schemas.openxmlformats.org/officeDocument/2006/relationships/slide" Target="slide5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2.xml"/><Relationship Id="rId6" Type="http://schemas.openxmlformats.org/officeDocument/2006/relationships/slide" Target="slide57.xml"/><Relationship Id="rId5" Type="http://schemas.openxmlformats.org/officeDocument/2006/relationships/slide" Target="slide56.xml"/><Relationship Id="rId4" Type="http://schemas.openxmlformats.org/officeDocument/2006/relationships/slide" Target="slide52.xml"/><Relationship Id="rId9" Type="http://schemas.openxmlformats.org/officeDocument/2006/relationships/slide" Target="slide6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3.xml"/><Relationship Id="rId5" Type="http://schemas.openxmlformats.org/officeDocument/2006/relationships/image" Target="../media/image64.png"/><Relationship Id="rId4" Type="http://schemas.openxmlformats.org/officeDocument/2006/relationships/image" Target="../media/image58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4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5.xml"/><Relationship Id="rId5" Type="http://schemas.openxmlformats.org/officeDocument/2006/relationships/image" Target="../media/image640.png"/><Relationship Id="rId4" Type="http://schemas.openxmlformats.org/officeDocument/2006/relationships/image" Target="../media/image6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6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7.xml"/><Relationship Id="rId5" Type="http://schemas.openxmlformats.org/officeDocument/2006/relationships/image" Target="../media/image680.png"/><Relationship Id="rId4" Type="http://schemas.openxmlformats.org/officeDocument/2006/relationships/image" Target="../media/image71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notesSlide" Target="../notesSlides/notesSlide46.xml"/><Relationship Id="rId7" Type="http://schemas.openxmlformats.org/officeDocument/2006/relationships/image" Target="../media/image720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8.xml"/><Relationship Id="rId6" Type="http://schemas.openxmlformats.org/officeDocument/2006/relationships/image" Target="../media/image73.png"/><Relationship Id="rId5" Type="http://schemas.openxmlformats.org/officeDocument/2006/relationships/image" Target="../media/image700.png"/><Relationship Id="rId4" Type="http://schemas.openxmlformats.org/officeDocument/2006/relationships/image" Target="../media/image7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0.xml"/><Relationship Id="rId4" Type="http://schemas.openxmlformats.org/officeDocument/2006/relationships/image" Target="../media/image74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1.xml"/><Relationship Id="rId4" Type="http://schemas.openxmlformats.org/officeDocument/2006/relationships/image" Target="../media/image7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2.xml"/><Relationship Id="rId4" Type="http://schemas.openxmlformats.org/officeDocument/2006/relationships/image" Target="../media/image7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3.xml"/><Relationship Id="rId4" Type="http://schemas.openxmlformats.org/officeDocument/2006/relationships/image" Target="../media/image7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4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notesSlide" Target="../notesSlides/notesSlide53.xml"/><Relationship Id="rId7" Type="http://schemas.openxmlformats.org/officeDocument/2006/relationships/image" Target="../media/image83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5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10" Type="http://schemas.openxmlformats.org/officeDocument/2006/relationships/image" Target="../media/image86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6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7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notesSlide" Target="../notesSlides/notesSlide56.xml"/><Relationship Id="rId7" Type="http://schemas.openxmlformats.org/officeDocument/2006/relationships/image" Target="../media/image94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8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notesSlide" Target="../notesSlides/notesSlide57.xml"/><Relationship Id="rId7" Type="http://schemas.openxmlformats.org/officeDocument/2006/relationships/image" Target="../media/image99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9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7" Type="http://schemas.openxmlformats.org/officeDocument/2006/relationships/image" Target="../media/image104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0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1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2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3.xml"/><Relationship Id="rId4" Type="http://schemas.openxmlformats.org/officeDocument/2006/relationships/image" Target="../media/image11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4.xml"/><Relationship Id="rId4" Type="http://schemas.openxmlformats.org/officeDocument/2006/relationships/image" Target="../media/image112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slide" Target="slide68.xml"/><Relationship Id="rId3" Type="http://schemas.openxmlformats.org/officeDocument/2006/relationships/notesSlide" Target="../notesSlides/notesSlide63.xml"/><Relationship Id="rId7" Type="http://schemas.openxmlformats.org/officeDocument/2006/relationships/slide" Target="slide6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5.xml"/><Relationship Id="rId6" Type="http://schemas.openxmlformats.org/officeDocument/2006/relationships/slide" Target="slide66.xml"/><Relationship Id="rId11" Type="http://schemas.openxmlformats.org/officeDocument/2006/relationships/slide" Target="slide71.xml"/><Relationship Id="rId5" Type="http://schemas.openxmlformats.org/officeDocument/2006/relationships/slide" Target="slide65.xml"/><Relationship Id="rId10" Type="http://schemas.openxmlformats.org/officeDocument/2006/relationships/slide" Target="slide70.xml"/><Relationship Id="rId4" Type="http://schemas.openxmlformats.org/officeDocument/2006/relationships/slide" Target="slide64.xml"/><Relationship Id="rId9" Type="http://schemas.openxmlformats.org/officeDocument/2006/relationships/slide" Target="slide69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6.xml"/><Relationship Id="rId6" Type="http://schemas.openxmlformats.org/officeDocument/2006/relationships/image" Target="../media/image56.png"/><Relationship Id="rId5" Type="http://schemas.openxmlformats.org/officeDocument/2006/relationships/image" Target="../media/image113.png"/><Relationship Id="rId4" Type="http://schemas.openxmlformats.org/officeDocument/2006/relationships/image" Target="../media/image5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7.xml"/><Relationship Id="rId5" Type="http://schemas.openxmlformats.org/officeDocument/2006/relationships/image" Target="../media/image56.png"/><Relationship Id="rId4" Type="http://schemas.openxmlformats.org/officeDocument/2006/relationships/image" Target="../media/image114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8.xml"/><Relationship Id="rId6" Type="http://schemas.openxmlformats.org/officeDocument/2006/relationships/image" Target="../media/image56.png"/><Relationship Id="rId5" Type="http://schemas.openxmlformats.org/officeDocument/2006/relationships/image" Target="../media/image115.png"/><Relationship Id="rId4" Type="http://schemas.openxmlformats.org/officeDocument/2006/relationships/image" Target="../media/image5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9.xml"/><Relationship Id="rId6" Type="http://schemas.openxmlformats.org/officeDocument/2006/relationships/image" Target="../media/image56.png"/><Relationship Id="rId5" Type="http://schemas.openxmlformats.org/officeDocument/2006/relationships/image" Target="../media/image116.png"/><Relationship Id="rId4" Type="http://schemas.openxmlformats.org/officeDocument/2006/relationships/image" Target="../media/image5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0.xml"/><Relationship Id="rId6" Type="http://schemas.openxmlformats.org/officeDocument/2006/relationships/image" Target="../media/image56.png"/><Relationship Id="rId5" Type="http://schemas.openxmlformats.org/officeDocument/2006/relationships/image" Target="../media/image117.png"/><Relationship Id="rId4" Type="http://schemas.openxmlformats.org/officeDocument/2006/relationships/image" Target="../media/image5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1.xml"/><Relationship Id="rId5" Type="http://schemas.openxmlformats.org/officeDocument/2006/relationships/image" Target="../media/image56.png"/><Relationship Id="rId4" Type="http://schemas.openxmlformats.org/officeDocument/2006/relationships/image" Target="../media/image118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2.xml"/><Relationship Id="rId6" Type="http://schemas.openxmlformats.org/officeDocument/2006/relationships/image" Target="../media/image56.png"/><Relationship Id="rId5" Type="http://schemas.openxmlformats.org/officeDocument/2006/relationships/image" Target="../media/image119.png"/><Relationship Id="rId4" Type="http://schemas.openxmlformats.org/officeDocument/2006/relationships/image" Target="../media/image5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3.xml"/><Relationship Id="rId6" Type="http://schemas.openxmlformats.org/officeDocument/2006/relationships/image" Target="../media/image56.png"/><Relationship Id="rId5" Type="http://schemas.openxmlformats.org/officeDocument/2006/relationships/image" Target="../media/image120.png"/><Relationship Id="rId4" Type="http://schemas.openxmlformats.org/officeDocument/2006/relationships/image" Target="../media/image51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jpeg"/><Relationship Id="rId3" Type="http://schemas.openxmlformats.org/officeDocument/2006/relationships/tags" Target="../tags/tag106.xml"/><Relationship Id="rId7" Type="http://schemas.openxmlformats.org/officeDocument/2006/relationships/hyperlink" Target="https://www.ispring.ru/" TargetMode="Externa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notesSlide" Target="../notesSlides/notesSlide72.xml"/><Relationship Id="rId5" Type="http://schemas.openxmlformats.org/officeDocument/2006/relationships/slideLayout" Target="../slideLayouts/slideLayout29.xml"/><Relationship Id="rId4" Type="http://schemas.openxmlformats.org/officeDocument/2006/relationships/tags" Target="../tags/tag10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F335636-DDC3-428F-BE70-FC9742A7179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75" b="21875"/>
          <a:stretch>
            <a:fillRect/>
          </a:stretch>
        </p:blipFill>
        <p:spPr/>
      </p:pic>
      <p:sp>
        <p:nvSpPr>
          <p:cNvPr id="11" name="Прямоугольник  1"/>
          <p:cNvSpPr/>
          <p:nvPr/>
        </p:nvSpPr>
        <p:spPr>
          <a:xfrm>
            <a:off x="0" y="1911927"/>
            <a:ext cx="12191999" cy="3611543"/>
          </a:xfrm>
          <a:prstGeom prst="rect">
            <a:avLst/>
          </a:prstGeom>
          <a:solidFill>
            <a:srgbClr val="1B1A23">
              <a:alpha val="6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1325">
              <a:lnSpc>
                <a:spcPct val="100000"/>
              </a:lnSpc>
              <a:spcBef>
                <a:spcPts val="1200"/>
              </a:spcBef>
            </a:pPr>
            <a:endParaRPr lang="en-US" sz="48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Прямоугольник  2"/>
          <p:cNvSpPr/>
          <p:nvPr/>
        </p:nvSpPr>
        <p:spPr>
          <a:xfrm>
            <a:off x="3638076" y="3952960"/>
            <a:ext cx="4915847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одзаголовок  1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Подготовка к олимпиаде по математике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5" name="Заголовок"/>
          <p:cNvSpPr>
            <a:spLocks noGrp="1"/>
          </p:cNvSpPr>
          <p:nvPr>
            <p:ph type="ctrTitle"/>
          </p:nvPr>
        </p:nvSpPr>
        <p:spPr>
          <a:xfrm>
            <a:off x="-1" y="1913255"/>
            <a:ext cx="12192000" cy="201817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ДИФФЕРЕНЦИАЛЬНОЕ И </a:t>
            </a:r>
            <a:b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ИНТЕГРАЛЬНОЕ ИСЧИСЛЕНИЯ</a:t>
            </a:r>
            <a:endParaRPr lang="ru-RU" dirty="0">
              <a:solidFill>
                <a:prstClr val="white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79620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029D545-BF2E-49C5-B07B-47C246F8A52F}"/>
              </a:ext>
            </a:extLst>
          </p:cNvPr>
          <p:cNvSpPr/>
          <p:nvPr/>
        </p:nvSpPr>
        <p:spPr>
          <a:xfrm>
            <a:off x="-285135" y="-314631"/>
            <a:ext cx="12713110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"/>
          <p:cNvSpPr>
            <a:spLocks noGrp="1"/>
          </p:cNvSpPr>
          <p:nvPr>
            <p:ph type="title"/>
          </p:nvPr>
        </p:nvSpPr>
        <p:spPr>
          <a:xfrm>
            <a:off x="235987" y="120644"/>
            <a:ext cx="6750786" cy="1113796"/>
          </a:xfrm>
        </p:spPr>
        <p:txBody>
          <a:bodyPr/>
          <a:lstStyle/>
          <a:p>
            <a:r>
              <a:rPr lang="ru-RU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Содержание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78442DB5-5691-453D-A459-8E070E696A8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28" t="-41" r="4710" b="41"/>
          <a:stretch/>
        </p:blipFill>
        <p:spPr>
          <a:xfrm>
            <a:off x="8443434" y="-314631"/>
            <a:ext cx="3861015" cy="736350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7" name="Ссылка на слайд 36">
                <a:extLst>
                  <a:ext uri="{FF2B5EF4-FFF2-40B4-BE49-F238E27FC236}">
                    <a16:creationId xmlns:a16="http://schemas.microsoft.com/office/drawing/2014/main" id="{E344F038-5AD6-42E8-866F-8FAFF21E917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16441040"/>
                  </p:ext>
                </p:extLst>
              </p:nvPr>
            </p:nvGraphicFramePr>
            <p:xfrm>
              <a:off x="283514" y="1852169"/>
              <a:ext cx="3888306" cy="2187172"/>
            </p:xfrm>
            <a:graphic>
              <a:graphicData uri="http://schemas.microsoft.com/office/powerpoint/2016/slidezoom">
                <pslz:sldZm>
                  <pslz:sldZmObj sldId="260" cId="2051974447">
                    <pslz:zmPr id="{A9750357-965A-4BE9-9353-0F112D39E1F6}" returnToParent="0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888306" cy="218717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7" name="Ссылка на слайд 36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E344F038-5AD6-42E8-866F-8FAFF21E917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3514" y="1852169"/>
                <a:ext cx="3888306" cy="218717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5" name="Ссылка на слайд 44">
                <a:extLst>
                  <a:ext uri="{FF2B5EF4-FFF2-40B4-BE49-F238E27FC236}">
                    <a16:creationId xmlns:a16="http://schemas.microsoft.com/office/drawing/2014/main" id="{92BAB743-A747-4115-B779-C8B4CFD3DBD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6717094"/>
                  </p:ext>
                </p:extLst>
              </p:nvPr>
            </p:nvGraphicFramePr>
            <p:xfrm>
              <a:off x="4362027" y="1852169"/>
              <a:ext cx="3891200" cy="2188800"/>
            </p:xfrm>
            <a:graphic>
              <a:graphicData uri="http://schemas.microsoft.com/office/powerpoint/2016/slidezoom">
                <pslz:sldZm>
                  <pslz:sldZmObj sldId="261" cId="3498680754">
                    <pslz:zmPr id="{5A698C9D-1F83-4413-9115-71E7350D29EF}" returnToParent="0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891200" cy="21888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5" name="Ссылка на слайд 44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92BAB743-A747-4115-B779-C8B4CFD3DBD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362027" y="1852169"/>
                <a:ext cx="3891200" cy="21888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Ссылка на слайд 2">
                <a:extLst>
                  <a:ext uri="{FF2B5EF4-FFF2-40B4-BE49-F238E27FC236}">
                    <a16:creationId xmlns:a16="http://schemas.microsoft.com/office/drawing/2014/main" id="{61F155F5-4D5F-4E3A-8FD9-78F91A02D1B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0531118"/>
                  </p:ext>
                </p:extLst>
              </p:nvPr>
            </p:nvGraphicFramePr>
            <p:xfrm>
              <a:off x="2315682" y="4329529"/>
              <a:ext cx="3891200" cy="2188800"/>
            </p:xfrm>
            <a:graphic>
              <a:graphicData uri="http://schemas.microsoft.com/office/powerpoint/2016/slidezoom">
                <pslz:sldZm>
                  <pslz:sldZmObj sldId="263" cId="73235049">
                    <pslz:zmPr id="{041AD4E8-431B-41CC-8DF4-A4A6F8523C47}" returnToParent="0" transitionDur="100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891200" cy="21888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Ссылка на слайд 2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61F155F5-4D5F-4E3A-8FD9-78F91A02D1B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15682" y="4329529"/>
                <a:ext cx="3891200" cy="21888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405407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8AD9750-65B1-4286-ADD0-0507241859A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/>
      </p:pic>
      <p:sp>
        <p:nvSpPr>
          <p:cNvPr id="9" name="Прямоугольник  1"/>
          <p:cNvSpPr/>
          <p:nvPr/>
        </p:nvSpPr>
        <p:spPr>
          <a:xfrm>
            <a:off x="0" y="0"/>
            <a:ext cx="12192000" cy="6875756"/>
          </a:xfrm>
          <a:prstGeom prst="rect">
            <a:avLst/>
          </a:prstGeom>
          <a:solidFill>
            <a:srgbClr val="0F161D">
              <a:alpha val="7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одзаголовок  1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ru-RU" sz="2000" dirty="0">
                <a:solidFill>
                  <a:schemeClr val="bg1"/>
                </a:solidFill>
                <a:latin typeface="+mj-lt"/>
              </a:rPr>
              <a:t>Производные</a:t>
            </a:r>
            <a:r>
              <a:rPr lang="ru-RU" dirty="0">
                <a:latin typeface="+mj-lt"/>
              </a:rPr>
              <a:t> и дифференциалы, их виды</a:t>
            </a:r>
            <a:endParaRPr lang="ru-RU" sz="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Заголовок"/>
          <p:cNvSpPr>
            <a:spLocks noGrp="1"/>
          </p:cNvSpPr>
          <p:nvPr>
            <p:ph type="ctrTitle"/>
          </p:nvPr>
        </p:nvSpPr>
        <p:spPr>
          <a:xfrm>
            <a:off x="1330217" y="2991526"/>
            <a:ext cx="10033200" cy="1002445"/>
          </a:xfrm>
        </p:spPr>
        <p:txBody>
          <a:bodyPr anchor="t">
            <a:noAutofit/>
          </a:bodyPr>
          <a:lstStyle/>
          <a:p>
            <a:r>
              <a:rPr lang="ru-RU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Дифференциальное исчисление</a:t>
            </a:r>
          </a:p>
        </p:txBody>
      </p:sp>
      <p:sp>
        <p:nvSpPr>
          <p:cNvPr id="2" name="Текст  1"/>
          <p:cNvSpPr>
            <a:spLocks noGrp="1"/>
          </p:cNvSpPr>
          <p:nvPr>
            <p:ph type="body" sz="quarter" idx="10"/>
          </p:nvPr>
        </p:nvSpPr>
        <p:spPr>
          <a:xfrm>
            <a:off x="1330324" y="1556847"/>
            <a:ext cx="4814443" cy="585787"/>
          </a:xfrm>
        </p:spPr>
        <p:txBody>
          <a:bodyPr/>
          <a:lstStyle/>
          <a:p>
            <a:r>
              <a:rPr lang="ru-RU" dirty="0"/>
              <a:t>Глава 1</a:t>
            </a:r>
          </a:p>
        </p:txBody>
      </p:sp>
      <p:sp>
        <p:nvSpPr>
          <p:cNvPr id="7" name="Прямоугольник  2"/>
          <p:cNvSpPr/>
          <p:nvPr/>
        </p:nvSpPr>
        <p:spPr>
          <a:xfrm>
            <a:off x="1401613" y="2436220"/>
            <a:ext cx="4915847" cy="3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51974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B635C60-067F-422B-9560-192CE2F2A5E3}"/>
              </a:ext>
            </a:extLst>
          </p:cNvPr>
          <p:cNvSpPr/>
          <p:nvPr/>
        </p:nvSpPr>
        <p:spPr>
          <a:xfrm>
            <a:off x="-275303" y="-314631"/>
            <a:ext cx="12703278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Управляющая кнопка: &quot;Пустой&quot; 26">
            <a:hlinkClick r:id="rId4" action="ppaction://hlinksldjump"/>
            <a:extLst>
              <a:ext uri="{FF2B5EF4-FFF2-40B4-BE49-F238E27FC236}">
                <a16:creationId xmlns:a16="http://schemas.microsoft.com/office/drawing/2014/main" id="{88CE2529-EB3D-4F21-9602-33995508C40B}"/>
              </a:ext>
            </a:extLst>
          </p:cNvPr>
          <p:cNvSpPr/>
          <p:nvPr/>
        </p:nvSpPr>
        <p:spPr>
          <a:xfrm>
            <a:off x="1203725" y="2072553"/>
            <a:ext cx="4729018" cy="3693730"/>
          </a:xfrm>
          <a:prstGeom prst="actionButtonBlank">
            <a:avLst/>
          </a:prstGeom>
          <a:solidFill>
            <a:schemeClr val="tx2">
              <a:lumMod val="5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ТЕОРИЯ</a:t>
            </a:r>
          </a:p>
        </p:txBody>
      </p:sp>
      <p:sp>
        <p:nvSpPr>
          <p:cNvPr id="33" name="Управляющая кнопка: &quot;Пустой&quot; 32">
            <a:hlinkClick r:id="rId5" action="ppaction://hlinksldjump"/>
            <a:extLst>
              <a:ext uri="{FF2B5EF4-FFF2-40B4-BE49-F238E27FC236}">
                <a16:creationId xmlns:a16="http://schemas.microsoft.com/office/drawing/2014/main" id="{C78E7499-E82C-4CE2-86AD-5D798B868768}"/>
              </a:ext>
            </a:extLst>
          </p:cNvPr>
          <p:cNvSpPr/>
          <p:nvPr/>
        </p:nvSpPr>
        <p:spPr>
          <a:xfrm>
            <a:off x="6624783" y="2072552"/>
            <a:ext cx="4729018" cy="3693730"/>
          </a:xfrm>
          <a:prstGeom prst="actionButtonBlank">
            <a:avLst/>
          </a:prstGeom>
          <a:solidFill>
            <a:schemeClr val="tx2">
              <a:lumMod val="5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ПРАКТИКА</a:t>
            </a:r>
          </a:p>
        </p:txBody>
      </p:sp>
      <p:sp>
        <p:nvSpPr>
          <p:cNvPr id="9" name="Заголовок">
            <a:extLst>
              <a:ext uri="{FF2B5EF4-FFF2-40B4-BE49-F238E27FC236}">
                <a16:creationId xmlns:a16="http://schemas.microsoft.com/office/drawing/2014/main" id="{259D5434-C0E8-4B51-835B-7830FD24A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311" y="336733"/>
            <a:ext cx="10557375" cy="11367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</a:pPr>
            <a:r>
              <a:rPr lang="ru-RU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Дифференциальное исчисление </a:t>
            </a:r>
            <a:endParaRPr lang="ru-RU" sz="3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75062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3830FC50-A672-4A61-94A3-1A0AFA7EE99C}"/>
              </a:ext>
            </a:extLst>
          </p:cNvPr>
          <p:cNvSpPr/>
          <p:nvPr/>
        </p:nvSpPr>
        <p:spPr>
          <a:xfrm>
            <a:off x="-285135" y="-314631"/>
            <a:ext cx="12713110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Заголовок">
            <a:extLst>
              <a:ext uri="{FF2B5EF4-FFF2-40B4-BE49-F238E27FC236}">
                <a16:creationId xmlns:a16="http://schemas.microsoft.com/office/drawing/2014/main" id="{46377371-E23E-41E6-9A29-700515242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312" y="107194"/>
            <a:ext cx="10557375" cy="11367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</a:pPr>
            <a:r>
              <a:rPr lang="ru-RU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Дифференциальное исчисление </a:t>
            </a:r>
            <a:endParaRPr lang="ru-RU" sz="3600" dirty="0"/>
          </a:p>
        </p:txBody>
      </p:sp>
      <p:sp>
        <p:nvSpPr>
          <p:cNvPr id="19" name="Текст  6"/>
          <p:cNvSpPr>
            <a:spLocks noGrp="1"/>
          </p:cNvSpPr>
          <p:nvPr>
            <p:ph type="body" sz="quarter" idx="11"/>
          </p:nvPr>
        </p:nvSpPr>
        <p:spPr>
          <a:xfrm>
            <a:off x="1551182" y="2555814"/>
            <a:ext cx="4320000" cy="648000"/>
          </a:xfrm>
        </p:spPr>
        <p:txBody>
          <a:bodyPr>
            <a:normAutofit/>
          </a:bodyPr>
          <a:lstStyle/>
          <a:p>
            <a:pPr rtl="0">
              <a:spcBef>
                <a:spcPts val="0"/>
              </a:spcBef>
              <a:spcAft>
                <a:spcPts val="800"/>
              </a:spcAft>
            </a:pPr>
            <a:r>
              <a:rPr lang="ru-RU" sz="1600" dirty="0">
                <a:hlinkClick r:id="rId4" action="ppaction://hlinksldjump"/>
              </a:rPr>
              <a:t>Определение производной, уравнение касательной и нормали к кривой</a:t>
            </a:r>
          </a:p>
        </p:txBody>
      </p:sp>
      <p:sp>
        <p:nvSpPr>
          <p:cNvPr id="2" name="Текст  6"/>
          <p:cNvSpPr txBox="1"/>
          <p:nvPr/>
        </p:nvSpPr>
        <p:spPr>
          <a:xfrm>
            <a:off x="895869" y="2528915"/>
            <a:ext cx="710729" cy="64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01</a:t>
            </a:r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1" name="Текст  6">
            <a:extLst>
              <a:ext uri="{FF2B5EF4-FFF2-40B4-BE49-F238E27FC236}">
                <a16:creationId xmlns:a16="http://schemas.microsoft.com/office/drawing/2014/main" id="{5BE6AB22-8732-4174-8B3D-34723B5A7690}"/>
              </a:ext>
            </a:extLst>
          </p:cNvPr>
          <p:cNvSpPr txBox="1">
            <a:spLocks/>
          </p:cNvSpPr>
          <p:nvPr/>
        </p:nvSpPr>
        <p:spPr>
          <a:xfrm>
            <a:off x="1551182" y="3152224"/>
            <a:ext cx="4320000" cy="64800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ru-RU" sz="1600" dirty="0">
                <a:hlinkClick r:id="rId5" action="ppaction://hlinksldjump"/>
              </a:rPr>
              <a:t>Производная суммы, разности, произведения и частного функции</a:t>
            </a:r>
            <a:endParaRPr lang="ru-RU" dirty="0"/>
          </a:p>
        </p:txBody>
      </p:sp>
      <p:sp>
        <p:nvSpPr>
          <p:cNvPr id="32" name="Текст  6">
            <a:extLst>
              <a:ext uri="{FF2B5EF4-FFF2-40B4-BE49-F238E27FC236}">
                <a16:creationId xmlns:a16="http://schemas.microsoft.com/office/drawing/2014/main" id="{4D783942-F1AC-49C7-9A12-21A12E69B908}"/>
              </a:ext>
            </a:extLst>
          </p:cNvPr>
          <p:cNvSpPr txBox="1"/>
          <p:nvPr/>
        </p:nvSpPr>
        <p:spPr>
          <a:xfrm>
            <a:off x="895869" y="3125325"/>
            <a:ext cx="710729" cy="64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02</a:t>
            </a:r>
          </a:p>
        </p:txBody>
      </p:sp>
      <p:sp>
        <p:nvSpPr>
          <p:cNvPr id="33" name="Текст  6">
            <a:extLst>
              <a:ext uri="{FF2B5EF4-FFF2-40B4-BE49-F238E27FC236}">
                <a16:creationId xmlns:a16="http://schemas.microsoft.com/office/drawing/2014/main" id="{84A5F797-3791-4F39-8940-B529487540AF}"/>
              </a:ext>
            </a:extLst>
          </p:cNvPr>
          <p:cNvSpPr txBox="1">
            <a:spLocks/>
          </p:cNvSpPr>
          <p:nvPr/>
        </p:nvSpPr>
        <p:spPr>
          <a:xfrm>
            <a:off x="1551182" y="3830453"/>
            <a:ext cx="4320000" cy="348756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spcBef>
                <a:spcPts val="0"/>
              </a:spcBef>
              <a:spcAft>
                <a:spcPts val="800"/>
              </a:spcAft>
            </a:pPr>
            <a:r>
              <a:rPr lang="ru-RU" sz="1600" dirty="0">
                <a:hlinkClick r:id="rId6" action="ppaction://hlinksldjump"/>
              </a:rPr>
              <a:t>Производная сложной и обратной функции</a:t>
            </a:r>
            <a:endParaRPr lang="ru-RU" sz="1600" dirty="0"/>
          </a:p>
        </p:txBody>
      </p:sp>
      <p:sp>
        <p:nvSpPr>
          <p:cNvPr id="37" name="Текст  6">
            <a:extLst>
              <a:ext uri="{FF2B5EF4-FFF2-40B4-BE49-F238E27FC236}">
                <a16:creationId xmlns:a16="http://schemas.microsoft.com/office/drawing/2014/main" id="{0587DB8A-EF5C-43F3-A717-E41DF1A302CF}"/>
              </a:ext>
            </a:extLst>
          </p:cNvPr>
          <p:cNvSpPr txBox="1"/>
          <p:nvPr/>
        </p:nvSpPr>
        <p:spPr>
          <a:xfrm>
            <a:off x="895869" y="3712499"/>
            <a:ext cx="710729" cy="64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03</a:t>
            </a:r>
          </a:p>
        </p:txBody>
      </p:sp>
      <p:sp>
        <p:nvSpPr>
          <p:cNvPr id="42" name="Текст  6">
            <a:extLst>
              <a:ext uri="{FF2B5EF4-FFF2-40B4-BE49-F238E27FC236}">
                <a16:creationId xmlns:a16="http://schemas.microsoft.com/office/drawing/2014/main" id="{E894EF82-DCE9-4F2D-936B-36109E25B3C7}"/>
              </a:ext>
            </a:extLst>
          </p:cNvPr>
          <p:cNvSpPr txBox="1">
            <a:spLocks/>
          </p:cNvSpPr>
          <p:nvPr/>
        </p:nvSpPr>
        <p:spPr>
          <a:xfrm>
            <a:off x="7462455" y="2586039"/>
            <a:ext cx="4320000" cy="339931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ru-RU" sz="1600" dirty="0">
                <a:hlinkClick r:id="rId7" action="ppaction://hlinksldjump"/>
              </a:rPr>
              <a:t>Таблица производных</a:t>
            </a:r>
            <a:endParaRPr lang="ru-RU" dirty="0"/>
          </a:p>
        </p:txBody>
      </p:sp>
      <p:sp>
        <p:nvSpPr>
          <p:cNvPr id="43" name="Текст  6">
            <a:extLst>
              <a:ext uri="{FF2B5EF4-FFF2-40B4-BE49-F238E27FC236}">
                <a16:creationId xmlns:a16="http://schemas.microsoft.com/office/drawing/2014/main" id="{AB7A8059-7837-4F6D-AB6F-144E373AA0A7}"/>
              </a:ext>
            </a:extLst>
          </p:cNvPr>
          <p:cNvSpPr txBox="1"/>
          <p:nvPr/>
        </p:nvSpPr>
        <p:spPr>
          <a:xfrm>
            <a:off x="6807142" y="2476016"/>
            <a:ext cx="710729" cy="64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05</a:t>
            </a:r>
          </a:p>
        </p:txBody>
      </p:sp>
      <p:sp>
        <p:nvSpPr>
          <p:cNvPr id="44" name="Текст  6">
            <a:extLst>
              <a:ext uri="{FF2B5EF4-FFF2-40B4-BE49-F238E27FC236}">
                <a16:creationId xmlns:a16="http://schemas.microsoft.com/office/drawing/2014/main" id="{F72E5A65-A4E7-4081-B45A-EFF7D32003D9}"/>
              </a:ext>
            </a:extLst>
          </p:cNvPr>
          <p:cNvSpPr txBox="1">
            <a:spLocks/>
          </p:cNvSpPr>
          <p:nvPr/>
        </p:nvSpPr>
        <p:spPr>
          <a:xfrm>
            <a:off x="7462455" y="3173213"/>
            <a:ext cx="4320000" cy="420628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ru-RU" sz="1600" dirty="0">
                <a:hlinkClick r:id="rId8" action="ppaction://hlinksldjump"/>
              </a:rPr>
              <a:t>Функция, заданная параметрически</a:t>
            </a:r>
            <a:endParaRPr lang="ru-RU" dirty="0"/>
          </a:p>
        </p:txBody>
      </p:sp>
      <p:sp>
        <p:nvSpPr>
          <p:cNvPr id="45" name="Текст  6">
            <a:extLst>
              <a:ext uri="{FF2B5EF4-FFF2-40B4-BE49-F238E27FC236}">
                <a16:creationId xmlns:a16="http://schemas.microsoft.com/office/drawing/2014/main" id="{EEF95C28-5DF4-4997-BCF4-EF856E9BF003}"/>
              </a:ext>
            </a:extLst>
          </p:cNvPr>
          <p:cNvSpPr txBox="1"/>
          <p:nvPr/>
        </p:nvSpPr>
        <p:spPr>
          <a:xfrm>
            <a:off x="6807142" y="3063190"/>
            <a:ext cx="710729" cy="64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06</a:t>
            </a:r>
          </a:p>
        </p:txBody>
      </p:sp>
      <p:sp>
        <p:nvSpPr>
          <p:cNvPr id="46" name="Текст  6">
            <a:extLst>
              <a:ext uri="{FF2B5EF4-FFF2-40B4-BE49-F238E27FC236}">
                <a16:creationId xmlns:a16="http://schemas.microsoft.com/office/drawing/2014/main" id="{F9BA248A-18A4-48F6-A6C6-38FD676B1519}"/>
              </a:ext>
            </a:extLst>
          </p:cNvPr>
          <p:cNvSpPr txBox="1">
            <a:spLocks/>
          </p:cNvSpPr>
          <p:nvPr/>
        </p:nvSpPr>
        <p:spPr>
          <a:xfrm>
            <a:off x="7462455" y="3760387"/>
            <a:ext cx="4320000" cy="420628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spcBef>
                <a:spcPts val="0"/>
              </a:spcBef>
              <a:spcAft>
                <a:spcPts val="800"/>
              </a:spcAft>
            </a:pPr>
            <a:r>
              <a:rPr lang="ru-RU" sz="1600" dirty="0">
                <a:hlinkClick r:id="rId9" action="ppaction://hlinksldjump"/>
              </a:rPr>
              <a:t>Логарифмическое дифференцирование</a:t>
            </a:r>
            <a:endParaRPr lang="ru-RU" sz="1600" dirty="0"/>
          </a:p>
        </p:txBody>
      </p:sp>
      <p:sp>
        <p:nvSpPr>
          <p:cNvPr id="47" name="Текст  6">
            <a:extLst>
              <a:ext uri="{FF2B5EF4-FFF2-40B4-BE49-F238E27FC236}">
                <a16:creationId xmlns:a16="http://schemas.microsoft.com/office/drawing/2014/main" id="{CFE469C7-7DB0-4B61-8939-509FDC708307}"/>
              </a:ext>
            </a:extLst>
          </p:cNvPr>
          <p:cNvSpPr txBox="1"/>
          <p:nvPr/>
        </p:nvSpPr>
        <p:spPr>
          <a:xfrm>
            <a:off x="6807142" y="3650364"/>
            <a:ext cx="710729" cy="64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07</a:t>
            </a:r>
          </a:p>
        </p:txBody>
      </p:sp>
      <p:sp>
        <p:nvSpPr>
          <p:cNvPr id="48" name="Текст  6">
            <a:extLst>
              <a:ext uri="{FF2B5EF4-FFF2-40B4-BE49-F238E27FC236}">
                <a16:creationId xmlns:a16="http://schemas.microsoft.com/office/drawing/2014/main" id="{2527FFAF-2F4D-4778-B01F-C01EFD7779AF}"/>
              </a:ext>
            </a:extLst>
          </p:cNvPr>
          <p:cNvSpPr txBox="1">
            <a:spLocks/>
          </p:cNvSpPr>
          <p:nvPr/>
        </p:nvSpPr>
        <p:spPr>
          <a:xfrm>
            <a:off x="1551182" y="4308909"/>
            <a:ext cx="4320000" cy="64800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spcBef>
                <a:spcPts val="0"/>
              </a:spcBef>
              <a:spcAft>
                <a:spcPts val="800"/>
              </a:spcAft>
            </a:pPr>
            <a:r>
              <a:rPr lang="ru-RU" sz="1600" dirty="0">
                <a:hlinkClick r:id="rId10" action="ppaction://hlinksldjump"/>
              </a:rPr>
              <a:t>Производные высших порядков</a:t>
            </a:r>
            <a:endParaRPr lang="ru-RU" sz="1600" dirty="0"/>
          </a:p>
        </p:txBody>
      </p:sp>
      <p:sp>
        <p:nvSpPr>
          <p:cNvPr id="49" name="Текст  6">
            <a:extLst>
              <a:ext uri="{FF2B5EF4-FFF2-40B4-BE49-F238E27FC236}">
                <a16:creationId xmlns:a16="http://schemas.microsoft.com/office/drawing/2014/main" id="{455B8FB3-0E2C-429C-AC52-B56E88BDBC92}"/>
              </a:ext>
            </a:extLst>
          </p:cNvPr>
          <p:cNvSpPr txBox="1"/>
          <p:nvPr/>
        </p:nvSpPr>
        <p:spPr>
          <a:xfrm>
            <a:off x="895869" y="4282010"/>
            <a:ext cx="7107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04</a:t>
            </a:r>
          </a:p>
        </p:txBody>
      </p:sp>
      <p:sp>
        <p:nvSpPr>
          <p:cNvPr id="50" name="Заголовок">
            <a:extLst>
              <a:ext uri="{FF2B5EF4-FFF2-40B4-BE49-F238E27FC236}">
                <a16:creationId xmlns:a16="http://schemas.microsoft.com/office/drawing/2014/main" id="{EDE05847-1DEB-448E-A20E-81B3B9E83741}"/>
              </a:ext>
            </a:extLst>
          </p:cNvPr>
          <p:cNvSpPr txBox="1">
            <a:spLocks/>
          </p:cNvSpPr>
          <p:nvPr/>
        </p:nvSpPr>
        <p:spPr>
          <a:xfrm>
            <a:off x="1479344" y="715938"/>
            <a:ext cx="10557375" cy="113679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ru-RU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ПРОИЗВОДНАЯ</a:t>
            </a:r>
            <a:endParaRPr lang="ru-RU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" name="Текст  6">
            <a:extLst>
              <a:ext uri="{FF2B5EF4-FFF2-40B4-BE49-F238E27FC236}">
                <a16:creationId xmlns:a16="http://schemas.microsoft.com/office/drawing/2014/main" id="{96EBFA6B-013D-463F-AA6F-663ED44E3F39}"/>
              </a:ext>
            </a:extLst>
          </p:cNvPr>
          <p:cNvSpPr txBox="1">
            <a:spLocks/>
          </p:cNvSpPr>
          <p:nvPr/>
        </p:nvSpPr>
        <p:spPr>
          <a:xfrm>
            <a:off x="7462455" y="4331872"/>
            <a:ext cx="4320000" cy="64800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spcBef>
                <a:spcPts val="0"/>
              </a:spcBef>
              <a:spcAft>
                <a:spcPts val="800"/>
              </a:spcAft>
            </a:pPr>
            <a:r>
              <a:rPr lang="ru-RU" sz="1600" dirty="0">
                <a:hlinkClick r:id="rId11" action="ppaction://hlinksldjump"/>
              </a:rPr>
              <a:t>Задачи для самостоятельного решения</a:t>
            </a:r>
            <a:endParaRPr lang="ru-RU" sz="1600" dirty="0"/>
          </a:p>
        </p:txBody>
      </p:sp>
      <p:sp>
        <p:nvSpPr>
          <p:cNvPr id="21" name="Текст  6">
            <a:extLst>
              <a:ext uri="{FF2B5EF4-FFF2-40B4-BE49-F238E27FC236}">
                <a16:creationId xmlns:a16="http://schemas.microsoft.com/office/drawing/2014/main" id="{B057BCBE-3196-4616-9DC7-03A882E4B1A9}"/>
              </a:ext>
            </a:extLst>
          </p:cNvPr>
          <p:cNvSpPr txBox="1"/>
          <p:nvPr/>
        </p:nvSpPr>
        <p:spPr>
          <a:xfrm>
            <a:off x="6807142" y="4304973"/>
            <a:ext cx="710729" cy="64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</a:t>
            </a:r>
            <a:r>
              <a:rPr lang="ru-RU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98255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EC1FC34-7378-41C0-B170-DDF61FF9EDDA}"/>
              </a:ext>
            </a:extLst>
          </p:cNvPr>
          <p:cNvSpPr/>
          <p:nvPr/>
        </p:nvSpPr>
        <p:spPr>
          <a:xfrm>
            <a:off x="-285135" y="-314631"/>
            <a:ext cx="12713110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Текст  6"/>
          <p:cNvSpPr>
            <a:spLocks noGrp="1"/>
          </p:cNvSpPr>
          <p:nvPr>
            <p:ph type="body" sz="quarter" idx="11"/>
          </p:nvPr>
        </p:nvSpPr>
        <p:spPr>
          <a:xfrm>
            <a:off x="1551182" y="3129257"/>
            <a:ext cx="4320000" cy="415120"/>
          </a:xfrm>
        </p:spPr>
        <p:txBody>
          <a:bodyPr>
            <a:normAutofit/>
          </a:bodyPr>
          <a:lstStyle/>
          <a:p>
            <a:pPr rtl="0">
              <a:spcBef>
                <a:spcPts val="0"/>
              </a:spcBef>
              <a:spcAft>
                <a:spcPts val="800"/>
              </a:spcAft>
            </a:pPr>
            <a:r>
              <a:rPr lang="ru-RU" sz="1600" dirty="0">
                <a:hlinkClick r:id="rId4" action="ppaction://hlinksldjump"/>
              </a:rPr>
              <a:t>Определение дифференциала функции</a:t>
            </a:r>
            <a:endParaRPr lang="ru-RU" sz="1600" dirty="0"/>
          </a:p>
        </p:txBody>
      </p:sp>
      <p:sp>
        <p:nvSpPr>
          <p:cNvPr id="2" name="Текст  6"/>
          <p:cNvSpPr txBox="1"/>
          <p:nvPr/>
        </p:nvSpPr>
        <p:spPr>
          <a:xfrm>
            <a:off x="895869" y="2972254"/>
            <a:ext cx="710729" cy="64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01</a:t>
            </a:r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Дифференциальное исчисление</a:t>
            </a:r>
            <a:endParaRPr lang="ru-RU" sz="4400" dirty="0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1" name="Текст  6">
            <a:extLst>
              <a:ext uri="{FF2B5EF4-FFF2-40B4-BE49-F238E27FC236}">
                <a16:creationId xmlns:a16="http://schemas.microsoft.com/office/drawing/2014/main" id="{5BE6AB22-8732-4174-8B3D-34723B5A7690}"/>
              </a:ext>
            </a:extLst>
          </p:cNvPr>
          <p:cNvSpPr txBox="1">
            <a:spLocks/>
          </p:cNvSpPr>
          <p:nvPr/>
        </p:nvSpPr>
        <p:spPr>
          <a:xfrm>
            <a:off x="1551182" y="3693333"/>
            <a:ext cx="4320000" cy="374743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800"/>
              </a:spcAft>
            </a:pPr>
            <a:r>
              <a:rPr lang="ru-RU" sz="1600" dirty="0">
                <a:solidFill>
                  <a:schemeClr val="tx1">
                    <a:lumMod val="65000"/>
                    <a:lumOff val="35000"/>
                  </a:schemeClr>
                </a:solidFill>
                <a:hlinkClick r:id="rId5" action="ppaction://hlinksldjump"/>
              </a:rPr>
              <a:t>Основные теоремы о дифференциалах</a:t>
            </a:r>
            <a:endParaRPr lang="ru-RU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Текст  6">
            <a:extLst>
              <a:ext uri="{FF2B5EF4-FFF2-40B4-BE49-F238E27FC236}">
                <a16:creationId xmlns:a16="http://schemas.microsoft.com/office/drawing/2014/main" id="{4D783942-F1AC-49C7-9A12-21A12E69B908}"/>
              </a:ext>
            </a:extLst>
          </p:cNvPr>
          <p:cNvSpPr txBox="1"/>
          <p:nvPr/>
        </p:nvSpPr>
        <p:spPr>
          <a:xfrm>
            <a:off x="895869" y="3568664"/>
            <a:ext cx="710729" cy="64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02</a:t>
            </a:r>
          </a:p>
        </p:txBody>
      </p:sp>
      <p:sp>
        <p:nvSpPr>
          <p:cNvPr id="33" name="Текст  6">
            <a:extLst>
              <a:ext uri="{FF2B5EF4-FFF2-40B4-BE49-F238E27FC236}">
                <a16:creationId xmlns:a16="http://schemas.microsoft.com/office/drawing/2014/main" id="{84A5F797-3791-4F39-8940-B529487540AF}"/>
              </a:ext>
            </a:extLst>
          </p:cNvPr>
          <p:cNvSpPr txBox="1">
            <a:spLocks/>
          </p:cNvSpPr>
          <p:nvPr/>
        </p:nvSpPr>
        <p:spPr>
          <a:xfrm>
            <a:off x="1551182" y="4310130"/>
            <a:ext cx="4320000" cy="374742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spcBef>
                <a:spcPts val="0"/>
              </a:spcBef>
              <a:spcAft>
                <a:spcPts val="800"/>
              </a:spcAft>
            </a:pPr>
            <a:r>
              <a:rPr lang="ru-RU" dirty="0">
                <a:solidFill>
                  <a:schemeClr val="tx1">
                    <a:lumMod val="65000"/>
                    <a:lumOff val="35000"/>
                  </a:schemeClr>
                </a:solidFill>
                <a:hlinkClick r:id="rId6" action="ppaction://hlinksldjump"/>
              </a:rPr>
              <a:t>Таблица дифференциалов</a:t>
            </a:r>
            <a:endParaRPr lang="ru-RU" dirty="0"/>
          </a:p>
        </p:txBody>
      </p:sp>
      <p:sp>
        <p:nvSpPr>
          <p:cNvPr id="37" name="Текст  6">
            <a:extLst>
              <a:ext uri="{FF2B5EF4-FFF2-40B4-BE49-F238E27FC236}">
                <a16:creationId xmlns:a16="http://schemas.microsoft.com/office/drawing/2014/main" id="{0587DB8A-EF5C-43F3-A717-E41DF1A302CF}"/>
              </a:ext>
            </a:extLst>
          </p:cNvPr>
          <p:cNvSpPr txBox="1"/>
          <p:nvPr/>
        </p:nvSpPr>
        <p:spPr>
          <a:xfrm>
            <a:off x="895869" y="4155838"/>
            <a:ext cx="710729" cy="64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03</a:t>
            </a:r>
          </a:p>
        </p:txBody>
      </p:sp>
      <p:sp>
        <p:nvSpPr>
          <p:cNvPr id="40" name="Текст  6">
            <a:extLst>
              <a:ext uri="{FF2B5EF4-FFF2-40B4-BE49-F238E27FC236}">
                <a16:creationId xmlns:a16="http://schemas.microsoft.com/office/drawing/2014/main" id="{07275B19-7B39-498E-BF83-CA8B34176E09}"/>
              </a:ext>
            </a:extLst>
          </p:cNvPr>
          <p:cNvSpPr txBox="1">
            <a:spLocks/>
          </p:cNvSpPr>
          <p:nvPr/>
        </p:nvSpPr>
        <p:spPr>
          <a:xfrm>
            <a:off x="7462455" y="3123822"/>
            <a:ext cx="4320000" cy="374743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ru-RU" sz="1600" dirty="0">
                <a:solidFill>
                  <a:schemeClr val="tx1">
                    <a:lumMod val="65000"/>
                    <a:lumOff val="35000"/>
                  </a:schemeClr>
                </a:solidFill>
                <a:hlinkClick r:id="rId7" action="ppaction://hlinksldjump"/>
              </a:rPr>
              <a:t>Дифференциалы высших порядков</a:t>
            </a:r>
            <a:endParaRPr lang="ru-RU" dirty="0"/>
          </a:p>
        </p:txBody>
      </p:sp>
      <p:sp>
        <p:nvSpPr>
          <p:cNvPr id="41" name="Текст  6">
            <a:extLst>
              <a:ext uri="{FF2B5EF4-FFF2-40B4-BE49-F238E27FC236}">
                <a16:creationId xmlns:a16="http://schemas.microsoft.com/office/drawing/2014/main" id="{2388C4C5-6A36-4613-A444-9C87445A3695}"/>
              </a:ext>
            </a:extLst>
          </p:cNvPr>
          <p:cNvSpPr txBox="1"/>
          <p:nvPr/>
        </p:nvSpPr>
        <p:spPr>
          <a:xfrm>
            <a:off x="6807142" y="2999153"/>
            <a:ext cx="710729" cy="64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05</a:t>
            </a:r>
          </a:p>
        </p:txBody>
      </p:sp>
      <p:sp>
        <p:nvSpPr>
          <p:cNvPr id="42" name="Текст  6">
            <a:extLst>
              <a:ext uri="{FF2B5EF4-FFF2-40B4-BE49-F238E27FC236}">
                <a16:creationId xmlns:a16="http://schemas.microsoft.com/office/drawing/2014/main" id="{E894EF82-DCE9-4F2D-936B-36109E25B3C7}"/>
              </a:ext>
            </a:extLst>
          </p:cNvPr>
          <p:cNvSpPr txBox="1">
            <a:spLocks/>
          </p:cNvSpPr>
          <p:nvPr/>
        </p:nvSpPr>
        <p:spPr>
          <a:xfrm>
            <a:off x="7462455" y="3710996"/>
            <a:ext cx="4320000" cy="374743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800"/>
              </a:spcAft>
            </a:pPr>
            <a:r>
              <a:rPr lang="ru-RU" sz="1600" dirty="0">
                <a:solidFill>
                  <a:schemeClr val="tx1">
                    <a:lumMod val="65000"/>
                    <a:lumOff val="35000"/>
                  </a:schemeClr>
                </a:solidFill>
                <a:hlinkClick r:id="rId8" action="ppaction://hlinksldjump"/>
              </a:rPr>
              <a:t>Теоремы о дифференцируемых функциях</a:t>
            </a:r>
            <a:endParaRPr lang="ru-RU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3" name="Текст  6">
            <a:extLst>
              <a:ext uri="{FF2B5EF4-FFF2-40B4-BE49-F238E27FC236}">
                <a16:creationId xmlns:a16="http://schemas.microsoft.com/office/drawing/2014/main" id="{AB7A8059-7837-4F6D-AB6F-144E373AA0A7}"/>
              </a:ext>
            </a:extLst>
          </p:cNvPr>
          <p:cNvSpPr txBox="1"/>
          <p:nvPr/>
        </p:nvSpPr>
        <p:spPr>
          <a:xfrm>
            <a:off x="6807142" y="3586327"/>
            <a:ext cx="710729" cy="64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06</a:t>
            </a:r>
          </a:p>
        </p:txBody>
      </p:sp>
      <p:sp>
        <p:nvSpPr>
          <p:cNvPr id="44" name="Текст  6">
            <a:extLst>
              <a:ext uri="{FF2B5EF4-FFF2-40B4-BE49-F238E27FC236}">
                <a16:creationId xmlns:a16="http://schemas.microsoft.com/office/drawing/2014/main" id="{F72E5A65-A4E7-4081-B45A-EFF7D32003D9}"/>
              </a:ext>
            </a:extLst>
          </p:cNvPr>
          <p:cNvSpPr txBox="1">
            <a:spLocks/>
          </p:cNvSpPr>
          <p:nvPr/>
        </p:nvSpPr>
        <p:spPr>
          <a:xfrm>
            <a:off x="7462455" y="4298170"/>
            <a:ext cx="4320000" cy="374743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800"/>
              </a:spcAft>
            </a:pPr>
            <a:r>
              <a:rPr lang="ru-RU" sz="1600" dirty="0">
                <a:solidFill>
                  <a:schemeClr val="tx1">
                    <a:lumMod val="65000"/>
                    <a:lumOff val="35000"/>
                  </a:schemeClr>
                </a:solidFill>
                <a:hlinkClick r:id="rId9" action="ppaction://hlinksldjump"/>
              </a:rPr>
              <a:t>Правила Лопиталя</a:t>
            </a:r>
            <a:endParaRPr lang="ru-RU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5" name="Текст  6">
            <a:extLst>
              <a:ext uri="{FF2B5EF4-FFF2-40B4-BE49-F238E27FC236}">
                <a16:creationId xmlns:a16="http://schemas.microsoft.com/office/drawing/2014/main" id="{EEF95C28-5DF4-4997-BCF4-EF856E9BF003}"/>
              </a:ext>
            </a:extLst>
          </p:cNvPr>
          <p:cNvSpPr txBox="1"/>
          <p:nvPr/>
        </p:nvSpPr>
        <p:spPr>
          <a:xfrm>
            <a:off x="6807142" y="4173501"/>
            <a:ext cx="710729" cy="64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07</a:t>
            </a:r>
          </a:p>
        </p:txBody>
      </p:sp>
      <p:sp>
        <p:nvSpPr>
          <p:cNvPr id="50" name="Заголовок">
            <a:extLst>
              <a:ext uri="{FF2B5EF4-FFF2-40B4-BE49-F238E27FC236}">
                <a16:creationId xmlns:a16="http://schemas.microsoft.com/office/drawing/2014/main" id="{EDE05847-1DEB-448E-A20E-81B3B9E83741}"/>
              </a:ext>
            </a:extLst>
          </p:cNvPr>
          <p:cNvSpPr txBox="1">
            <a:spLocks/>
          </p:cNvSpPr>
          <p:nvPr/>
        </p:nvSpPr>
        <p:spPr>
          <a:xfrm>
            <a:off x="1479344" y="715938"/>
            <a:ext cx="10557375" cy="113679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ru-RU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ДИФФЕРЕНЦИАЛ</a:t>
            </a:r>
            <a:endParaRPr lang="ru-RU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" name="Текст  6">
            <a:extLst>
              <a:ext uri="{FF2B5EF4-FFF2-40B4-BE49-F238E27FC236}">
                <a16:creationId xmlns:a16="http://schemas.microsoft.com/office/drawing/2014/main" id="{0949EC5F-02ED-4267-B598-DDC703FAEB7C}"/>
              </a:ext>
            </a:extLst>
          </p:cNvPr>
          <p:cNvSpPr txBox="1">
            <a:spLocks/>
          </p:cNvSpPr>
          <p:nvPr/>
        </p:nvSpPr>
        <p:spPr>
          <a:xfrm>
            <a:off x="1551182" y="4816091"/>
            <a:ext cx="4320000" cy="374743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800"/>
              </a:spcAft>
            </a:pPr>
            <a:r>
              <a:rPr lang="ru-RU" sz="1600" dirty="0">
                <a:solidFill>
                  <a:schemeClr val="tx1">
                    <a:lumMod val="65000"/>
                    <a:lumOff val="35000"/>
                  </a:schemeClr>
                </a:solidFill>
                <a:hlinkClick r:id="rId10" action="ppaction://hlinksldjump"/>
              </a:rPr>
              <a:t>Формула Тейлора</a:t>
            </a:r>
            <a:endParaRPr lang="ru-RU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" name="Текст  6">
            <a:extLst>
              <a:ext uri="{FF2B5EF4-FFF2-40B4-BE49-F238E27FC236}">
                <a16:creationId xmlns:a16="http://schemas.microsoft.com/office/drawing/2014/main" id="{79AA7F5B-B844-4368-BC49-9E2E76B9F0EF}"/>
              </a:ext>
            </a:extLst>
          </p:cNvPr>
          <p:cNvSpPr txBox="1"/>
          <p:nvPr/>
        </p:nvSpPr>
        <p:spPr>
          <a:xfrm>
            <a:off x="895869" y="4691422"/>
            <a:ext cx="710729" cy="64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04</a:t>
            </a:r>
          </a:p>
        </p:txBody>
      </p:sp>
      <p:sp>
        <p:nvSpPr>
          <p:cNvPr id="22" name="Текст  6">
            <a:extLst>
              <a:ext uri="{FF2B5EF4-FFF2-40B4-BE49-F238E27FC236}">
                <a16:creationId xmlns:a16="http://schemas.microsoft.com/office/drawing/2014/main" id="{FA84901D-BA66-4C25-A521-B3BECB6BA579}"/>
              </a:ext>
            </a:extLst>
          </p:cNvPr>
          <p:cNvSpPr txBox="1">
            <a:spLocks/>
          </p:cNvSpPr>
          <p:nvPr/>
        </p:nvSpPr>
        <p:spPr>
          <a:xfrm>
            <a:off x="7462455" y="4816091"/>
            <a:ext cx="4320000" cy="374743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800"/>
              </a:spcAft>
            </a:pPr>
            <a:r>
              <a:rPr lang="ru-RU" sz="1600" dirty="0">
                <a:hlinkClick r:id="rId11" action="ppaction://hlinksldjump"/>
              </a:rPr>
              <a:t>Задачи для самостоятельного решения</a:t>
            </a:r>
            <a:endParaRPr lang="ru-RU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3" name="Текст  6">
            <a:extLst>
              <a:ext uri="{FF2B5EF4-FFF2-40B4-BE49-F238E27FC236}">
                <a16:creationId xmlns:a16="http://schemas.microsoft.com/office/drawing/2014/main" id="{517127E8-E93A-4A00-9289-9E9962BAEB2D}"/>
              </a:ext>
            </a:extLst>
          </p:cNvPr>
          <p:cNvSpPr txBox="1"/>
          <p:nvPr/>
        </p:nvSpPr>
        <p:spPr>
          <a:xfrm>
            <a:off x="6807142" y="4691422"/>
            <a:ext cx="710729" cy="64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</a:t>
            </a:r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</a:t>
            </a:r>
            <a:endParaRPr lang="ru-RU" sz="3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64863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CADAA8-77CE-44B0-956C-FE15CDB0BBD4}"/>
              </a:ext>
            </a:extLst>
          </p:cNvPr>
          <p:cNvSpPr/>
          <p:nvPr/>
        </p:nvSpPr>
        <p:spPr>
          <a:xfrm>
            <a:off x="-206477" y="-314631"/>
            <a:ext cx="12634452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>
          <a:xfrm>
            <a:off x="817311" y="336733"/>
            <a:ext cx="10557375" cy="11367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</a:pP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Дифференциальное исчисление </a:t>
            </a:r>
            <a:b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000" dirty="0"/>
              <a:t>Определение производной, уравнение касательной и нормали к кривой</a:t>
            </a:r>
            <a:endParaRPr lang="ru-RU" sz="2600" dirty="0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/>
              <p:nvPr/>
            </p:nvSpPr>
            <p:spPr>
              <a:xfrm>
                <a:off x="454892" y="1932108"/>
                <a:ext cx="11284525" cy="6719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7051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b="1" i="1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Определение</a:t>
                </a:r>
                <a:r>
                  <a:rPr lang="ru-RU" sz="180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. </a:t>
                </a:r>
                <a:r>
                  <a:rPr lang="ru-RU" sz="1800" u="sng" dirty="0">
                    <a:solidFill>
                      <a:schemeClr val="accent6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Производной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 функции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 в точке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 называется предел отношения приращения функции к приращению аргумента при стремлении последнего к нулю.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92" y="1932108"/>
                <a:ext cx="11284525" cy="671915"/>
              </a:xfrm>
              <a:prstGeom prst="rect">
                <a:avLst/>
              </a:prstGeom>
              <a:blipFill>
                <a:blip r:embed="rId4"/>
                <a:stretch>
                  <a:fillRect t="-4545" b="-1363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8393E4D-4E75-4346-8F82-C1ED518847DE}"/>
                  </a:ext>
                </a:extLst>
              </p:cNvPr>
              <p:cNvSpPr txBox="1"/>
              <p:nvPr/>
            </p:nvSpPr>
            <p:spPr>
              <a:xfrm>
                <a:off x="454893" y="3794575"/>
                <a:ext cx="11284524" cy="7745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7051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b="1" i="1" dirty="0">
                    <a:solidFill>
                      <a:schemeClr val="accent3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Пример</a:t>
                </a:r>
                <a:r>
                  <a:rPr lang="ru-RU" sz="1800" dirty="0">
                    <a:solidFill>
                      <a:schemeClr val="accent3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.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 Вычислить производную функции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) = </m:t>
                    </m:r>
                    <m:sSup>
                      <m:sSup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в точке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 = 5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.</a:t>
                </a:r>
              </a:p>
              <a:p>
                <a:pPr marL="27051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b="1" i="1" dirty="0">
                    <a:solidFill>
                      <a:schemeClr val="accent3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Решение</a:t>
                </a:r>
                <a:r>
                  <a:rPr lang="ru-RU" sz="1800" dirty="0">
                    <a:solidFill>
                      <a:schemeClr val="accent3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.</a:t>
                </a: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8393E4D-4E75-4346-8F82-C1ED51884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93" y="3794575"/>
                <a:ext cx="11284524" cy="774507"/>
              </a:xfrm>
              <a:prstGeom prst="rect">
                <a:avLst/>
              </a:prstGeom>
              <a:blipFill>
                <a:blip r:embed="rId5"/>
                <a:stretch>
                  <a:fillRect t="-3125" b="-1093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image8.png">
            <a:extLst>
              <a:ext uri="{FF2B5EF4-FFF2-40B4-BE49-F238E27FC236}">
                <a16:creationId xmlns:a16="http://schemas.microsoft.com/office/drawing/2014/main" id="{F4B5903E-CFBD-446A-9976-BE3041A3B115}"/>
              </a:ext>
            </a:extLst>
          </p:cNvPr>
          <p:cNvPicPr/>
          <p:nvPr/>
        </p:nvPicPr>
        <p:blipFill>
          <a:blip r:embed="rId6"/>
          <a:srcRect/>
          <a:stretch>
            <a:fillRect/>
          </a:stretch>
        </p:blipFill>
        <p:spPr>
          <a:xfrm>
            <a:off x="528783" y="4516362"/>
            <a:ext cx="8812257" cy="2004905"/>
          </a:xfrm>
          <a:prstGeom prst="rect">
            <a:avLst/>
          </a:prstGeom>
          <a:ln/>
        </p:spPr>
      </p:pic>
      <p:pic>
        <p:nvPicPr>
          <p:cNvPr id="21" name="image4.png">
            <a:extLst>
              <a:ext uri="{FF2B5EF4-FFF2-40B4-BE49-F238E27FC236}">
                <a16:creationId xmlns:a16="http://schemas.microsoft.com/office/drawing/2014/main" id="{E0441625-B1B6-4F63-8EC2-BEA5CB28CEDD}"/>
              </a:ext>
            </a:extLst>
          </p:cNvPr>
          <p:cNvPicPr/>
          <p:nvPr/>
        </p:nvPicPr>
        <p:blipFill>
          <a:blip r:embed="rId7"/>
          <a:srcRect/>
          <a:stretch>
            <a:fillRect/>
          </a:stretch>
        </p:blipFill>
        <p:spPr>
          <a:xfrm>
            <a:off x="3584664" y="2637273"/>
            <a:ext cx="5022671" cy="1025270"/>
          </a:xfrm>
          <a:prstGeom prst="rect">
            <a:avLst/>
          </a:prstGeom>
          <a:ln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88132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CADAA8-77CE-44B0-956C-FE15CDB0BBD4}"/>
              </a:ext>
            </a:extLst>
          </p:cNvPr>
          <p:cNvSpPr/>
          <p:nvPr/>
        </p:nvSpPr>
        <p:spPr>
          <a:xfrm>
            <a:off x="-206477" y="-314631"/>
            <a:ext cx="12634452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>
          <a:xfrm>
            <a:off x="817311" y="336733"/>
            <a:ext cx="10557375" cy="11367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</a:pP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Дифференциальное исчисление </a:t>
            </a:r>
            <a:b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000" dirty="0"/>
              <a:t>Определение производной, уравнение касательной и нормали к кривой</a:t>
            </a:r>
            <a:endParaRPr lang="ru-RU" sz="2600" dirty="0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26" name="Рисунок 3">
            <a:extLst>
              <a:ext uri="{FF2B5EF4-FFF2-40B4-BE49-F238E27FC236}">
                <a16:creationId xmlns:a16="http://schemas.microsoft.com/office/drawing/2014/main" id="{10FF529A-7CE1-434D-9348-7B7578AEE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98"/>
          <a:stretch>
            <a:fillRect/>
          </a:stretch>
        </p:blipFill>
        <p:spPr bwMode="auto">
          <a:xfrm>
            <a:off x="3548836" y="2461584"/>
            <a:ext cx="4683476" cy="881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Рисунок 4">
            <a:extLst>
              <a:ext uri="{FF2B5EF4-FFF2-40B4-BE49-F238E27FC236}">
                <a16:creationId xmlns:a16="http://schemas.microsoft.com/office/drawing/2014/main" id="{507C7361-9346-4B8B-AAC3-CC6FE0208C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5"/>
          <a:stretch/>
        </p:blipFill>
        <p:spPr bwMode="auto">
          <a:xfrm>
            <a:off x="363171" y="4276436"/>
            <a:ext cx="5294016" cy="2030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E8C4762-33AD-484D-BD24-1C49E2C36A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561" y="1804021"/>
                <a:ext cx="11505009" cy="923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altLang="ru-RU" b="1" i="1" u="none" strike="noStrike" cap="none" normalizeH="0" baseline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Определение</a:t>
                </a:r>
                <a:r>
                  <a:rPr kumimoji="0" lang="ru-RU" altLang="ru-RU" b="0" i="0" u="none" strike="noStrike" cap="none" normalizeH="0" baseline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 </a:t>
                </a:r>
                <a:r>
                  <a:rPr kumimoji="0" lang="ru-RU" altLang="ru-RU" b="0" i="0" u="sng" strike="noStrike" cap="none" normalizeH="0" baseline="0" dirty="0">
                    <a:ln>
                      <a:noFill/>
                    </a:ln>
                    <a:solidFill>
                      <a:schemeClr val="accent6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Правой</a:t>
                </a:r>
                <a:r>
                  <a:rPr kumimoji="0" lang="ru-RU" altLang="ru-RU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(</a:t>
                </a:r>
                <a:r>
                  <a:rPr kumimoji="0" lang="ru-RU" altLang="ru-RU" b="0" i="0" u="sng" strike="noStrike" cap="none" normalizeH="0" baseline="0" dirty="0">
                    <a:ln>
                      <a:noFill/>
                    </a:ln>
                    <a:solidFill>
                      <a:schemeClr val="accent6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левой</a:t>
                </a:r>
                <a:r>
                  <a:rPr kumimoji="0" lang="ru-RU" altLang="ru-RU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 </a:t>
                </a:r>
                <a:r>
                  <a:rPr kumimoji="0" lang="ru-RU" altLang="ru-RU" b="0" i="0" u="sng" strike="noStrike" cap="none" normalizeH="0" baseline="0" dirty="0">
                    <a:ln>
                      <a:noFill/>
                    </a:ln>
                    <a:solidFill>
                      <a:schemeClr val="accent6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производной</a:t>
                </a:r>
                <a:r>
                  <a:rPr kumimoji="0" lang="ru-RU" altLang="ru-RU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функции </a:t>
                </a:r>
                <a14:m>
                  <m:oMath xmlns:m="http://schemas.openxmlformats.org/officeDocument/2006/math">
                    <m:r>
                      <a:rPr lang="ru-RU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в точке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ru-RU" altLang="ru-RU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называется предел справа (слева) отношения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altLang="ru-RU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приращения функции к приращению аргумента </a:t>
                </a:r>
                <a:r>
                  <a:rPr kumimoji="0" lang="ru-RU" altLang="ru-RU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пpи</a:t>
                </a:r>
                <a:r>
                  <a:rPr kumimoji="0" lang="ru-RU" altLang="ru-RU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стремлении последнего к нулю.</a:t>
                </a:r>
                <a:endParaRPr kumimoji="0" lang="ru-RU" altLang="ru-RU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ru-RU" altLang="ru-RU" b="0" i="0" u="none" strike="noStrike" cap="none" normalizeH="0" baseline="0" dirty="0">
                  <a:ln>
                    <a:noFill/>
                  </a:ln>
                  <a:solidFill>
                    <a:schemeClr val="accent6">
                      <a:lumMod val="75000"/>
                    </a:schemeClr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E8C4762-33AD-484D-BD24-1C49E2C36A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561" y="1804021"/>
                <a:ext cx="11505009" cy="923330"/>
              </a:xfrm>
              <a:prstGeom prst="rect">
                <a:avLst/>
              </a:prstGeom>
              <a:blipFill>
                <a:blip r:embed="rId6"/>
                <a:stretch>
                  <a:fillRect l="-477" t="-331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E3210DE-60E2-4109-B961-8F2413C92F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7961" y="3271637"/>
                <a:ext cx="4484241" cy="923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altLang="ru-RU" b="1" i="1" u="none" strike="noStrike" cap="none" normalizeH="0" baseline="0" dirty="0">
                    <a:ln>
                      <a:noFill/>
                    </a:ln>
                    <a:solidFill>
                      <a:schemeClr val="accent3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Пример</a:t>
                </a:r>
                <a:r>
                  <a:rPr kumimoji="0" lang="ru-RU" altLang="ru-RU" b="0" i="0" u="none" strike="noStrike" cap="none" normalizeH="0" baseline="0" dirty="0">
                    <a:ln>
                      <a:noFill/>
                    </a:ln>
                    <a:solidFill>
                      <a:schemeClr val="accent3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r>
                  <a:rPr kumimoji="0" lang="ru-RU" altLang="ru-RU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Вычислить производную функции </a:t>
                </a:r>
              </a:p>
              <a:p>
                <a:pPr marL="0" marR="0" lvl="0" indent="0" algn="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kumimoji="0" lang="ru-RU" altLang="ru-RU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kumimoji="0" lang="ru-RU" altLang="ru-RU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0" lang="ru-RU" altLang="ru-RU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kumimoji="0" lang="ru-RU" altLang="ru-RU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 = |</m:t>
                    </m:r>
                    <m:r>
                      <a:rPr kumimoji="0" lang="ru-RU" altLang="ru-RU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kumimoji="0" lang="ru-RU" altLang="ru-RU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−1| </m:t>
                    </m:r>
                  </m:oMath>
                </a14:m>
                <a:r>
                  <a:rPr kumimoji="0" lang="ru-RU" altLang="ru-RU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в точке </a:t>
                </a:r>
                <a14:m>
                  <m:oMath xmlns:m="http://schemas.openxmlformats.org/officeDocument/2006/math">
                    <m:r>
                      <a:rPr kumimoji="0" lang="ru-RU" altLang="ru-RU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kumimoji="0" lang="ru-RU" altLang="ru-RU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= 1</m:t>
                    </m:r>
                  </m:oMath>
                </a14:m>
                <a:r>
                  <a:rPr kumimoji="0" lang="ru-RU" altLang="ru-RU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marR="0" lvl="0" indent="0" algn="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ru-RU" sz="1800" b="1" i="1" dirty="0">
                    <a:solidFill>
                      <a:schemeClr val="accent3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Решение</a:t>
                </a:r>
                <a:r>
                  <a:rPr lang="ru-RU" sz="1800" dirty="0">
                    <a:solidFill>
                      <a:schemeClr val="accent3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.				</a:t>
                </a:r>
                <a:endParaRPr kumimoji="0" lang="ru-RU" altLang="ru-RU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E3210DE-60E2-4109-B961-8F2413C92F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97961" y="3271637"/>
                <a:ext cx="4484241" cy="923330"/>
              </a:xfrm>
              <a:prstGeom prst="rect">
                <a:avLst/>
              </a:prstGeom>
              <a:blipFill>
                <a:blip r:embed="rId7"/>
                <a:stretch>
                  <a:fillRect l="-1087" t="-3311" r="-1087" b="-993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5">
                <a:extLst>
                  <a:ext uri="{FF2B5EF4-FFF2-40B4-BE49-F238E27FC236}">
                    <a16:creationId xmlns:a16="http://schemas.microsoft.com/office/drawing/2014/main" id="{E6BB2AA0-FF6D-4268-992D-A2CC991FAF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90574" y="3410136"/>
                <a:ext cx="6258316" cy="23083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altLang="ru-RU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Если точка касания </a:t>
                </a:r>
                <a14:m>
                  <m:oMath xmlns:m="http://schemas.openxmlformats.org/officeDocument/2006/math">
                    <m:r>
                      <a:rPr lang="ru-RU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𝑀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 имеет координаты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; 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, </a:t>
                </a:r>
                <a:r>
                  <a:rPr kumimoji="0" lang="ru-RU" altLang="ru-RU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то </a:t>
                </a:r>
                <a:r>
                  <a:rPr kumimoji="0" lang="ru-RU" altLang="ru-RU" b="0" i="0" u="sng" strike="noStrike" cap="none" normalizeH="0" baseline="0" dirty="0">
                    <a:ln>
                      <a:noFill/>
                    </a:ln>
                    <a:solidFill>
                      <a:schemeClr val="accent6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угловой </a:t>
                </a:r>
              </a:p>
              <a:p>
                <a:pPr marL="0" marR="0" lvl="0" indent="0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altLang="ru-RU" b="0" i="0" u="sng" strike="noStrike" cap="none" normalizeH="0" baseline="0" dirty="0">
                    <a:ln>
                      <a:noFill/>
                    </a:ln>
                    <a:solidFill>
                      <a:schemeClr val="accent6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коэффициент касательной</a:t>
                </a:r>
                <a:r>
                  <a:rPr lang="ru-RU" altLang="ru-RU" dirty="0">
                    <a:solidFill>
                      <a:schemeClr val="accent6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</a:rPr>
                  <a:t> 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есть </a:t>
                </a:r>
                <a14:m>
                  <m:oMath xmlns:m="http://schemas.openxmlformats.org/officeDocument/2006/math">
                    <m:r>
                      <a:rPr lang="ru-RU" sz="1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𝒌</m:t>
                    </m:r>
                    <m:r>
                      <a:rPr lang="ru-RU" sz="18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= </m:t>
                    </m:r>
                    <m:r>
                      <a:rPr lang="en-US" sz="18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𝒇</m:t>
                    </m:r>
                    <m:r>
                      <a:rPr lang="ru-RU" sz="18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ru-RU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8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𝒙</m:t>
                        </m:r>
                      </m:e>
                      <m:sub>
                        <m:r>
                          <a:rPr lang="ru-RU" sz="18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𝟎</m:t>
                        </m:r>
                      </m:sub>
                    </m:sSub>
                    <m:r>
                      <a:rPr lang="ru-RU" sz="18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800" b="1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. </a:t>
                </a:r>
              </a:p>
              <a:p>
                <a:pPr marL="0" marR="0" lvl="0" indent="0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Пользуясь уравнением прямой, проходящей через </a:t>
                </a:r>
              </a:p>
              <a:p>
                <a:pPr marL="0" marR="0" lvl="0" indent="0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заданную точку в заданном направлении </a:t>
                </a:r>
              </a:p>
              <a:p>
                <a:pPr marL="0" marR="0" lvl="0" indent="0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−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𝑘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−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 можно записать </a:t>
                </a:r>
                <a:r>
                  <a:rPr lang="ru-RU" sz="1800" u="sng" dirty="0">
                    <a:solidFill>
                      <a:schemeClr val="accent6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уравнение 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sz="1800" u="sng" dirty="0">
                    <a:solidFill>
                      <a:schemeClr val="accent6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касательной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ru-RU" sz="1800" b="1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𝒚</m:t>
                    </m:r>
                    <m:r>
                      <a:rPr lang="ru-RU" sz="1800" b="1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−</m:t>
                    </m:r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800" b="1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𝒚</m:t>
                        </m:r>
                      </m:e>
                      <m:sub>
                        <m:r>
                          <a:rPr lang="ru-RU" sz="1800" b="1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𝟎</m:t>
                        </m:r>
                      </m:sub>
                    </m:sSub>
                    <m:r>
                      <a:rPr lang="ru-RU" sz="1800" b="1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US" sz="1800" b="1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𝒇</m:t>
                    </m:r>
                    <m:r>
                      <a:rPr lang="ru-RU" sz="1800" b="1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′(</m:t>
                    </m:r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800" b="1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𝒙</m:t>
                        </m:r>
                      </m:e>
                      <m:sub>
                        <m:r>
                          <a:rPr lang="ru-RU" sz="1800" b="1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𝟎</m:t>
                        </m:r>
                      </m:sub>
                    </m:sSub>
                    <m:r>
                      <a:rPr lang="ru-RU" sz="1800" b="1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  <m:r>
                      <a:rPr lang="ru-RU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·</m:t>
                    </m:r>
                    <m:r>
                      <a:rPr lang="ru-RU" sz="1800" b="1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ru-RU" sz="1800" b="1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𝒙</m:t>
                    </m:r>
                    <m:r>
                      <a:rPr lang="ru-RU" sz="1800" b="1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−</m:t>
                    </m:r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800" b="1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𝒙</m:t>
                        </m:r>
                      </m:e>
                      <m:sub>
                        <m:r>
                          <a:rPr lang="ru-RU" sz="1800" b="1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𝟎</m:t>
                        </m:r>
                      </m:sub>
                    </m:sSub>
                    <m:r>
                      <a:rPr lang="ru-RU" sz="1800" b="1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8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 .</a:t>
                </a:r>
              </a:p>
              <a:p>
                <a:pPr marL="0" marR="0" lvl="0" indent="0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Прямая, перпендикулярная касательной в точке касания, </a:t>
                </a:r>
              </a:p>
              <a:p>
                <a:pPr marL="0" marR="0" lvl="0" indent="0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называется </a:t>
                </a:r>
                <a:r>
                  <a:rPr lang="ru-RU" sz="1800" u="sng" dirty="0">
                    <a:solidFill>
                      <a:schemeClr val="accent6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нормалью</a:t>
                </a:r>
                <a:r>
                  <a:rPr lang="ru-RU" sz="1800" dirty="0">
                    <a:solidFill>
                      <a:schemeClr val="accent6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 </a:t>
                </a:r>
                <a:r>
                  <a:rPr lang="ru-RU" sz="1800" u="sng" dirty="0">
                    <a:solidFill>
                      <a:schemeClr val="accent6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к кривой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.</a:t>
                </a:r>
                <a:endParaRPr kumimoji="0" lang="ru-RU" altLang="ru-RU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Rectangle 5">
                <a:extLst>
                  <a:ext uri="{FF2B5EF4-FFF2-40B4-BE49-F238E27FC236}">
                    <a16:creationId xmlns:a16="http://schemas.microsoft.com/office/drawing/2014/main" id="{E6BB2AA0-FF6D-4268-992D-A2CC991FAF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90574" y="3410136"/>
                <a:ext cx="6258316" cy="2308324"/>
              </a:xfrm>
              <a:prstGeom prst="rect">
                <a:avLst/>
              </a:prstGeom>
              <a:blipFill>
                <a:blip r:embed="rId8"/>
                <a:stretch>
                  <a:fillRect l="-779" t="-792" b="-369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249530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CADAA8-77CE-44B0-956C-FE15CDB0BBD4}"/>
              </a:ext>
            </a:extLst>
          </p:cNvPr>
          <p:cNvSpPr/>
          <p:nvPr/>
        </p:nvSpPr>
        <p:spPr>
          <a:xfrm>
            <a:off x="-206477" y="-314631"/>
            <a:ext cx="12634452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>
          <a:xfrm>
            <a:off x="817311" y="336733"/>
            <a:ext cx="10557375" cy="11367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</a:pP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Дифференциальное исчисление </a:t>
            </a:r>
            <a:b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000" dirty="0"/>
              <a:t>Производная суммы, разности, произведения и частного функции</a:t>
            </a:r>
            <a:endParaRPr lang="ru-RU" sz="2600" dirty="0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/>
              <p:nvPr/>
            </p:nvSpPr>
            <p:spPr>
              <a:xfrm>
                <a:off x="454892" y="1932108"/>
                <a:ext cx="11284525" cy="6712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>
                  <a:lnSpc>
                    <a:spcPct val="107000"/>
                  </a:lnSpc>
                </a:pPr>
                <a:r>
                  <a:rPr lang="ru-RU" sz="1800" b="1" i="1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Теорема</a:t>
                </a:r>
                <a:r>
                  <a:rPr lang="ru-RU" sz="1800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Производная </a:t>
                </a:r>
                <a:r>
                  <a:rPr lang="ru-RU" sz="1800" u="sng" dirty="0">
                    <a:solidFill>
                      <a:schemeClr val="accent6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суммы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(разности) двух функций равна сумме (разности) производных этих функций: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𝒖</m:t>
                            </m:r>
                            <m: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±</m:t>
                            </m:r>
                            <m: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𝒗</m:t>
                            </m:r>
                          </m:e>
                        </m:d>
                      </m:e>
                      <m:sup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𝒖</m:t>
                        </m:r>
                      </m:e>
                      <m:sup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±</m:t>
                    </m:r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𝒗</m:t>
                    </m:r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endParaRPr lang="ru-RU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92" y="1932108"/>
                <a:ext cx="11284525" cy="671209"/>
              </a:xfrm>
              <a:prstGeom prst="rect">
                <a:avLst/>
              </a:prstGeom>
              <a:blipFill>
                <a:blip r:embed="rId4"/>
                <a:stretch>
                  <a:fillRect t="-454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A622CD0-EBCA-42B6-A7C3-BF4E83B6CF07}"/>
                  </a:ext>
                </a:extLst>
              </p:cNvPr>
              <p:cNvSpPr txBox="1"/>
              <p:nvPr/>
            </p:nvSpPr>
            <p:spPr>
              <a:xfrm>
                <a:off x="468487" y="2873232"/>
                <a:ext cx="11284524" cy="6712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b="1" i="1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Теорема</a:t>
                </a:r>
                <a:r>
                  <a:rPr lang="ru-RU" sz="1800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Производная </a:t>
                </a:r>
                <a:r>
                  <a:rPr lang="ru-RU" sz="1800" u="sng" dirty="0">
                    <a:solidFill>
                      <a:schemeClr val="accent6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произведения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двух функций равна произведению производной первого сомножителя на второй плюс произведение первого сомножителя на производную второго: </a:t>
                </a:r>
                <a14:m>
                  <m:oMath xmlns:m="http://schemas.openxmlformats.org/officeDocument/2006/math"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𝒖</m:t>
                    </m:r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·</m:t>
                    </m:r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𝒗</m:t>
                    </m:r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)′=</m:t>
                    </m:r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𝒖</m:t>
                    </m:r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′</m:t>
                    </m:r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𝒗</m:t>
                    </m:r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𝒗</m:t>
                    </m:r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′</m:t>
                    </m:r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𝒖</m:t>
                    </m:r>
                  </m:oMath>
                </a14:m>
                <a:r>
                  <a:rPr lang="ru-RU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A622CD0-EBCA-42B6-A7C3-BF4E83B6C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487" y="2873232"/>
                <a:ext cx="11284524" cy="671209"/>
              </a:xfrm>
              <a:prstGeom prst="rect">
                <a:avLst/>
              </a:prstGeom>
              <a:blipFill>
                <a:blip r:embed="rId5"/>
                <a:stretch>
                  <a:fillRect t="-3636" b="-1363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C56E78C-73AC-4CD0-B9A2-5492D03005D4}"/>
                  </a:ext>
                </a:extLst>
              </p:cNvPr>
              <p:cNvSpPr txBox="1"/>
              <p:nvPr/>
            </p:nvSpPr>
            <p:spPr>
              <a:xfrm>
                <a:off x="453736" y="3814356"/>
                <a:ext cx="11284524" cy="23048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>
                  <a:lnSpc>
                    <a:spcPct val="107000"/>
                  </a:lnSpc>
                </a:pPr>
                <a:r>
                  <a:rPr lang="ru-RU" sz="1800" b="1" i="1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Теорема</a:t>
                </a:r>
                <a:r>
                  <a:rPr lang="ru-RU" sz="1800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Производная </a:t>
                </a:r>
                <a:r>
                  <a:rPr lang="ru-RU" sz="1800" u="sng" dirty="0">
                    <a:solidFill>
                      <a:schemeClr val="accent6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частного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двух функций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если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)≠0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равна дроби, числитель которой есть разность произведений знаменателя дроби на производную числителя и числителя дроби на производную знаменателя, а знаменатель есть квадрат прежнего знаменателя: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ru-RU" sz="1800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sz="1800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𝒖</m:t>
                                </m:r>
                              </m:num>
                              <m:den>
                                <m:r>
                                  <a:rPr lang="ru-RU" sz="1800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𝒗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𝒖</m:t>
                            </m:r>
                          </m:e>
                          <m:sup>
                            <m: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·</m:t>
                        </m:r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𝒗</m:t>
                        </m:r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𝒖</m:t>
                        </m:r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·</m:t>
                        </m:r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𝒗</m:t>
                        </m:r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num>
                      <m:den>
                        <m:sSup>
                          <m:sSupPr>
                            <m:ctrlP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≠0</m:t>
                    </m:r>
                  </m:oMath>
                </a14:m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28600">
                  <a:lnSpc>
                    <a:spcPct val="107000"/>
                  </a:lnSpc>
                </a:pPr>
                <a:r>
                  <a:rPr lang="ru-RU" sz="1800" b="1" i="1" dirty="0">
                    <a:solidFill>
                      <a:schemeClr val="bg2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Следствие</a:t>
                </a:r>
                <a:r>
                  <a:rPr lang="ru-RU" sz="1800" dirty="0">
                    <a:solidFill>
                      <a:schemeClr val="bg2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𝑢</m:t>
                                </m:r>
                              </m:num>
                              <m:den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𝑐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den>
                    </m:f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·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2860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b="1" i="1" dirty="0">
                    <a:solidFill>
                      <a:schemeClr val="bg2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Следствие</a:t>
                </a:r>
                <a:r>
                  <a:rPr lang="ru-RU" sz="1800" dirty="0">
                    <a:solidFill>
                      <a:schemeClr val="bg2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𝑐</m:t>
                                </m:r>
                              </m:num>
                              <m:den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𝑣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</m:t>
                    </m:r>
                    <m:f>
                      <m:f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·</m:t>
                        </m:r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num>
                      <m:den>
                        <m:sSup>
                          <m:sSup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где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𝑐𝑜𝑛𝑠𝑡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C56E78C-73AC-4CD0-B9A2-5492D03005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736" y="3814356"/>
                <a:ext cx="11284524" cy="2304862"/>
              </a:xfrm>
              <a:prstGeom prst="rect">
                <a:avLst/>
              </a:prstGeom>
              <a:blipFill>
                <a:blip r:embed="rId6"/>
                <a:stretch>
                  <a:fillRect b="-5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57196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CADAA8-77CE-44B0-956C-FE15CDB0BBD4}"/>
              </a:ext>
            </a:extLst>
          </p:cNvPr>
          <p:cNvSpPr/>
          <p:nvPr/>
        </p:nvSpPr>
        <p:spPr>
          <a:xfrm>
            <a:off x="-206477" y="-314631"/>
            <a:ext cx="12634452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>
          <a:xfrm>
            <a:off x="817311" y="336733"/>
            <a:ext cx="10557375" cy="11367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</a:pP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Дифференциальное исчисление </a:t>
            </a:r>
            <a:b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000" dirty="0"/>
              <a:t>Производная сложной и обратной функции</a:t>
            </a:r>
            <a:endParaRPr lang="ru-RU" sz="2600" dirty="0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8393E4D-4E75-4346-8F82-C1ED518847DE}"/>
                  </a:ext>
                </a:extLst>
              </p:cNvPr>
              <p:cNvSpPr txBox="1"/>
              <p:nvPr/>
            </p:nvSpPr>
            <p:spPr>
              <a:xfrm>
                <a:off x="184727" y="1852161"/>
                <a:ext cx="11794837" cy="53510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9875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Пусть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у = 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𝜑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тогда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𝜑</m:t>
                    </m:r>
                    <m:d>
                      <m:d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– сложная функция с промежуточным аргументом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𝑢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и независимым аргументом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69875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b="1" i="1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Теорема.</a:t>
                </a:r>
                <a:r>
                  <a:rPr lang="ru-RU" sz="1800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Если функция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𝜑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имеет производную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  <m: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в точке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а функция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у = 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имеет производную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𝑢</m:t>
                        </m:r>
                      </m:sub>
                      <m: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в соответствующей точке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𝜑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то </a:t>
                </a:r>
                <a:r>
                  <a:rPr lang="ru-RU" sz="1800" u="sng" dirty="0">
                    <a:solidFill>
                      <a:schemeClr val="accent6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сложная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функция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𝜑</m:t>
                    </m:r>
                    <m:d>
                      <m:d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имеет производную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  <m: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в точке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которая находится по формуле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  <m:sub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𝒙</m:t>
                        </m:r>
                      </m:sub>
                      <m:sup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  <m:sub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𝒖</m:t>
                        </m:r>
                      </m:sub>
                      <m:sup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·</m:t>
                    </m:r>
                    <m:sSubSup>
                      <m:sSubSupPr>
                        <m:ctrlP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𝒖</m:t>
                        </m:r>
                      </m:e>
                      <m:sub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𝒙</m:t>
                        </m:r>
                      </m:sub>
                      <m:sup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7051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b="1" i="1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Теорема</a:t>
                </a:r>
                <a:r>
                  <a:rPr lang="ru-RU" sz="1800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 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Если функция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у = 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строго монотонна на интервале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;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и имеет неравную нулю производную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′(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в произвольной точке этого интервала, то </a:t>
                </a:r>
                <a:r>
                  <a:rPr lang="ru-RU" sz="1800" u="sng" dirty="0">
                    <a:solidFill>
                      <a:schemeClr val="accent6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обратная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ей функция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𝜑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также имеет производную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𝜑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′(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в соответствующей точке, определяемую равенством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𝝋</m:t>
                        </m:r>
                      </m:e>
                      <m:sup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</m:d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sSup>
                          <m:sSupPr>
                            <m:ctrlP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𝒇</m:t>
                            </m:r>
                          </m:e>
                          <m:sup>
                            <m: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</m:d>
                      </m:den>
                    </m:f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или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sub>
                      <m:sup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sSubSup>
                          <m:sSubSupPr>
                            <m:ctrlP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sub>
                          <m:sup>
                            <m: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bSup>
                      </m:den>
                    </m:f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7051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b="1" i="1" dirty="0">
                    <a:solidFill>
                      <a:schemeClr val="accent3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Пример</a:t>
                </a:r>
                <a:r>
                  <a:rPr lang="ru-RU" sz="1800" dirty="0">
                    <a:solidFill>
                      <a:schemeClr val="accent3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Найти производную функции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𝑙𝑜𝑔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bSup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𝑡𝑔</m:t>
                    </m:r>
                    <m:sSup>
                      <m:sSup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7051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b="1" i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Решение</a:t>
                </a:r>
                <a:r>
                  <a:rPr lang="ru-RU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. 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Данная функция является сложной. Ее можно представить в виде цепочки «простых» функций: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где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𝑙𝑜𝑔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𝑧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где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𝑡𝑔𝑞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где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= </m:t>
                    </m:r>
                    <m:sSup>
                      <m:sSup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По правилу дифференцирования сложной функции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  <m: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sub>
                      <m: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·</m:t>
                    </m:r>
                    <m:sSubSup>
                      <m:sSubSup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sub>
                      <m: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·</m:t>
                    </m:r>
                    <m:sSubSup>
                      <m:sSubSup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  <m: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·</m:t>
                    </m:r>
                    <m:sSubSup>
                      <m:sSubSup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  <m: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 получаем:</a:t>
                </a: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7051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=3·</m:t>
                      </m:r>
                      <m:sSubSup>
                        <m:sSubSup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bSup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𝑡𝑔</m:t>
                      </m:r>
                      <m:sSup>
                        <m:sSup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p>
                      </m:sSup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·</m:t>
                      </m:r>
                      <m:f>
                        <m:f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𝑡𝑔</m:t>
                          </m:r>
                          <m:sSup>
                            <m:sSup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·</m:t>
                          </m:r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𝑙𝑛</m:t>
                          </m:r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·</m:t>
                      </m:r>
                      <m:f>
                        <m:f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𝑐𝑜𝑠</m:t>
                              </m:r>
                            </m:e>
                            <m:sup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·4</m:t>
                      </m:r>
                      <m:sSup>
                        <m:sSup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70510">
                  <a:lnSpc>
                    <a:spcPct val="107000"/>
                  </a:lnSpc>
                  <a:spcAft>
                    <a:spcPts val="800"/>
                  </a:spcAft>
                </a:pP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8393E4D-4E75-4346-8F82-C1ED51884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27" y="1852161"/>
                <a:ext cx="11794837" cy="5351017"/>
              </a:xfrm>
              <a:prstGeom prst="rect">
                <a:avLst/>
              </a:prstGeom>
              <a:blipFill>
                <a:blip r:embed="rId4"/>
                <a:stretch>
                  <a:fillRect t="-5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381470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CADAA8-77CE-44B0-956C-FE15CDB0BBD4}"/>
              </a:ext>
            </a:extLst>
          </p:cNvPr>
          <p:cNvSpPr/>
          <p:nvPr/>
        </p:nvSpPr>
        <p:spPr>
          <a:xfrm>
            <a:off x="-206477" y="-314631"/>
            <a:ext cx="12634452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>
          <a:xfrm>
            <a:off x="817311" y="336733"/>
            <a:ext cx="10557375" cy="11367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</a:pP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Дифференциальное исчисление </a:t>
            </a:r>
            <a:b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000" dirty="0"/>
              <a:t>Таблица производных</a:t>
            </a:r>
            <a:endParaRPr lang="ru-RU" sz="2600" dirty="0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8A3244D-0AD3-4DD4-ABF2-C9390CDCE0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2094" y="1826476"/>
            <a:ext cx="8257309" cy="4694791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97429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CADAA8-77CE-44B0-956C-FE15CDB0BBD4}"/>
              </a:ext>
            </a:extLst>
          </p:cNvPr>
          <p:cNvSpPr/>
          <p:nvPr/>
        </p:nvSpPr>
        <p:spPr>
          <a:xfrm>
            <a:off x="-206477" y="-314631"/>
            <a:ext cx="12634452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>
          <a:xfrm>
            <a:off x="817311" y="336733"/>
            <a:ext cx="10557375" cy="11367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</a:pP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Дифференциальное исчисление </a:t>
            </a:r>
            <a:b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000" dirty="0"/>
              <a:t>Функция, заданная параметрически</a:t>
            </a:r>
            <a:endParaRPr lang="ru-RU" sz="2600" dirty="0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/>
              <p:nvPr/>
            </p:nvSpPr>
            <p:spPr>
              <a:xfrm>
                <a:off x="454892" y="1932108"/>
                <a:ext cx="11284525" cy="4300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670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Пусть зависимость между аргументом x и функцией y задана </a:t>
                </a:r>
                <a:r>
                  <a:rPr lang="ru-RU" sz="1800" u="sng" dirty="0">
                    <a:solidFill>
                      <a:schemeClr val="accent6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параметрически</a:t>
                </a:r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в виде двух уравнений </a:t>
                </a: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670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670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𝑡</m:t>
                    </m:r>
                  </m:oMath>
                </a14:m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– вспомогательная переменная, называемая </a:t>
                </a:r>
                <a:r>
                  <a:rPr lang="ru-RU" sz="1800" u="sng" dirty="0">
                    <a:solidFill>
                      <a:schemeClr val="accent6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параметром</a:t>
                </a:r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. </a:t>
                </a:r>
              </a:p>
              <a:p>
                <a:pPr marL="266700">
                  <a:lnSpc>
                    <a:spcPct val="107000"/>
                  </a:lnSpc>
                  <a:spcAft>
                    <a:spcPts val="800"/>
                  </a:spcAft>
                </a:pPr>
                <a:endParaRPr lang="ru-RU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66700">
                  <a:lnSpc>
                    <a:spcPct val="107000"/>
                  </a:lnSpc>
                  <a:spcAft>
                    <a:spcPts val="800"/>
                  </a:spcAft>
                </a:pP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670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Найдем производную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  <m:sub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sub>
                      <m:sup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, считая, что функции имеют производные и что функция </a:t>
                </a:r>
                <a14:m>
                  <m:oMath xmlns:m="http://schemas.openxmlformats.org/officeDocument/2006/math"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х = 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𝑡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имеет обратную </a:t>
                </a:r>
                <a14:m>
                  <m:oMath xmlns:m="http://schemas.openxmlformats.org/officeDocument/2006/math"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𝑡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𝜑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).</m:t>
                    </m:r>
                  </m:oMath>
                </a14:m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По правилу дифференцирования обратной функции 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e>
                      <m:sub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sub>
                      <m:sup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′</m:t>
                        </m:r>
                      </m:sup>
                    </m:sSubSup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sSubSup>
                          <m:sSubSupPr>
                            <m:ctrlP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bSupPr>
                          <m:e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′</m:t>
                            </m:r>
                          </m:sup>
                        </m:sSubSup>
                      </m:den>
                    </m:f>
                  </m:oMath>
                </a14:m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.</a:t>
                </a: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670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Функцию </a:t>
                </a:r>
                <a14:m>
                  <m:oMath xmlns:m="http://schemas.openxmlformats.org/officeDocument/2006/math"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у = 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𝑓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, определяемую параметрическими уравнениями, можно рассматривать как сложную функцию </a:t>
                </a:r>
                <a14:m>
                  <m:oMath xmlns:m="http://schemas.openxmlformats.org/officeDocument/2006/math"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у = 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𝑡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, где </a:t>
                </a:r>
                <a14:m>
                  <m:oMath xmlns:m="http://schemas.openxmlformats.org/officeDocument/2006/math"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𝑡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𝜑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).</m:t>
                    </m:r>
                  </m:oMath>
                </a14:m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70510">
                  <a:lnSpc>
                    <a:spcPct val="107000"/>
                  </a:lnSpc>
                  <a:spcAft>
                    <a:spcPts val="800"/>
                  </a:spcAft>
                </a:pP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92" y="1932108"/>
                <a:ext cx="11284525" cy="4300665"/>
              </a:xfrm>
              <a:prstGeom prst="rect">
                <a:avLst/>
              </a:prstGeom>
              <a:blipFill>
                <a:blip r:embed="rId4"/>
                <a:stretch>
                  <a:fillRect t="-70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318349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CADAA8-77CE-44B0-956C-FE15CDB0BBD4}"/>
              </a:ext>
            </a:extLst>
          </p:cNvPr>
          <p:cNvSpPr/>
          <p:nvPr/>
        </p:nvSpPr>
        <p:spPr>
          <a:xfrm>
            <a:off x="-206477" y="-314631"/>
            <a:ext cx="12634452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>
          <a:xfrm>
            <a:off x="817311" y="336733"/>
            <a:ext cx="10557375" cy="11367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</a:pP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Дифференциальное исчисление </a:t>
            </a:r>
            <a:b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000" dirty="0"/>
              <a:t>Функция, заданная параметрически</a:t>
            </a:r>
            <a:endParaRPr lang="ru-RU" sz="2600" dirty="0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/>
              <p:nvPr/>
            </p:nvSpPr>
            <p:spPr>
              <a:xfrm>
                <a:off x="454892" y="1932108"/>
                <a:ext cx="11284525" cy="48423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670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По правилу дифференцирования сложной функции имеем: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  <m:sub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sub>
                      <m:sup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′</m:t>
                        </m:r>
                      </m:sup>
                    </m:sSubSup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sSubSup>
                      <m:sSubSupPr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  <m:sub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sub>
                      <m:sup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′</m:t>
                        </m:r>
                      </m:sup>
                    </m:sSubSup>
                    <m:r>
                      <a:rPr lang="ru-RU" sz="18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·</m:t>
                    </m:r>
                    <m:sSubSup>
                      <m:sSubSupPr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e>
                      <m:sub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sub>
                      <m:sup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. </a:t>
                </a: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670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С учетом равенства получаем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  <m:sub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sub>
                      <m:sup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′</m:t>
                        </m:r>
                      </m:sup>
                    </m:sSubSup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sSubSup>
                      <m:sSubSupPr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  <m:sub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sub>
                      <m:sup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′</m:t>
                        </m:r>
                      </m:sup>
                    </m:sSubSup>
                    <m:r>
                      <a:rPr lang="ru-RU" sz="18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·</m:t>
                    </m:r>
                    <m:f>
                      <m:fPr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sSubSup>
                          <m:sSubSupPr>
                            <m:ctrlP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bSupPr>
                          <m:e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′</m:t>
                            </m:r>
                          </m:sup>
                        </m:sSubSup>
                      </m:den>
                    </m:f>
                  </m:oMath>
                </a14:m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, т.е.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ru-RU" sz="1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𝒚</m:t>
                        </m:r>
                      </m:e>
                      <m:sub>
                        <m:r>
                          <a:rPr lang="ru-RU" sz="1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𝒙</m:t>
                        </m:r>
                      </m:sub>
                      <m:sup>
                        <m:r>
                          <a:rPr lang="ru-RU" sz="1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′</m:t>
                        </m:r>
                      </m:sup>
                    </m:sSubSup>
                    <m:r>
                      <a:rPr lang="ru-RU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ru-RU" sz="1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ru-RU" sz="18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bSupPr>
                          <m:e>
                            <m:r>
                              <a:rPr lang="ru-RU" sz="18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ru-RU" sz="18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𝒕</m:t>
                            </m:r>
                          </m:sub>
                          <m:sup>
                            <m:r>
                              <a:rPr lang="ru-RU" sz="18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′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ru-RU" sz="18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bSupPr>
                          <m:e>
                            <m:r>
                              <a:rPr lang="ru-RU" sz="18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ru-RU" sz="18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𝒕</m:t>
                            </m:r>
                          </m:sub>
                          <m:sup>
                            <m:r>
                              <a:rPr lang="ru-RU" sz="18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′</m:t>
                            </m:r>
                          </m:sup>
                        </m:sSubSup>
                      </m:den>
                    </m:f>
                  </m:oMath>
                </a14:m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.</a:t>
                </a: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670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Полученная формула позволяет находить производную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  <m:sub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sub>
                      <m:sup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′</m:t>
                        </m:r>
                      </m:sup>
                    </m:sSubSup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от функции заданной параметрически, не находя непосредственной зависимости </a:t>
                </a:r>
                <a14:m>
                  <m:oMath xmlns:m="http://schemas.openxmlformats.org/officeDocument/2006/math"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𝑦</m:t>
                    </m:r>
                  </m:oMath>
                </a14:m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от </a:t>
                </a:r>
                <a14:m>
                  <m:oMath xmlns:m="http://schemas.openxmlformats.org/officeDocument/2006/math"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. </a:t>
                </a:r>
              </a:p>
              <a:p>
                <a:pPr marL="266700">
                  <a:lnSpc>
                    <a:spcPct val="107000"/>
                  </a:lnSpc>
                  <a:spcAft>
                    <a:spcPts val="800"/>
                  </a:spcAft>
                </a:pP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670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b="1" i="1" dirty="0">
                    <a:solidFill>
                      <a:schemeClr val="accent3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Пример</a:t>
                </a:r>
                <a:r>
                  <a:rPr lang="ru-RU" sz="1800" dirty="0">
                    <a:solidFill>
                      <a:schemeClr val="accent3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.</a:t>
                </a:r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Пусть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</m:e>
                        </m:eqArr>
                      </m:e>
                    </m:d>
                  </m:oMath>
                </a14:m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. Найти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  <m:sub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sub>
                      <m:sup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. </a:t>
                </a: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670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b="1" i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Решение</a:t>
                </a:r>
                <a:r>
                  <a:rPr lang="ru-RU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. </a:t>
                </a:r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Имеем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sub>
                      <m:sup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′</m:t>
                        </m:r>
                      </m:sup>
                    </m:sSubSup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=3</m:t>
                    </m:r>
                    <m:sSup>
                      <m:sSupPr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e>
                      <m:sup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,  </m:t>
                    </m:r>
                    <m:sSubSup>
                      <m:sSubSupPr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  <m:sub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sub>
                      <m:sup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′</m:t>
                        </m:r>
                      </m:sup>
                    </m:sSubSup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=2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𝑡</m:t>
                    </m:r>
                  </m:oMath>
                </a14:m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. Следовательно,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  <m:sub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sub>
                      <m:sup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′</m:t>
                        </m:r>
                      </m:sup>
                    </m:sSubSup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2</m:t>
                        </m:r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num>
                      <m:den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3</m:t>
                        </m:r>
                        <m:sSup>
                          <m:sSupPr>
                            <m:ctrlP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,  т.е.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  <m:sub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sub>
                      <m:sup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′</m:t>
                        </m:r>
                      </m:sup>
                    </m:sSubSup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num>
                      <m:den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3</m:t>
                        </m:r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.</a:t>
                </a: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670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В этом можно убедиться, найдя непосредственно зависимость </a:t>
                </a:r>
                <a14:m>
                  <m:oMath xmlns:m="http://schemas.openxmlformats.org/officeDocument/2006/math"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𝑦</m:t>
                    </m:r>
                  </m:oMath>
                </a14:m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от </a:t>
                </a:r>
                <a14:m>
                  <m:oMath xmlns:m="http://schemas.openxmlformats.org/officeDocument/2006/math"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. </a:t>
                </a: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670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Действительно, </a:t>
                </a:r>
                <a14:m>
                  <m:oMath xmlns:m="http://schemas.openxmlformats.org/officeDocument/2006/math"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𝑡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rad>
                      <m:radPr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radPr>
                      <m:deg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3</m:t>
                        </m:r>
                      </m:deg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. Тогда  </a:t>
                </a:r>
                <a14:m>
                  <m:oMath xmlns:m="http://schemas.openxmlformats.org/officeDocument/2006/math"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𝑡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rad>
                      <m:radPr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radPr>
                      <m:deg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3</m:t>
                        </m:r>
                      </m:deg>
                      <m:e>
                        <m:sSup>
                          <m:sSupPr>
                            <m:ctrlP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. Отсюда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  <m:sub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sub>
                      <m:sup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′</m:t>
                        </m:r>
                      </m:sup>
                    </m:sSubSup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num>
                      <m:den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3</m:t>
                        </m:r>
                        <m:rad>
                          <m:radPr>
                            <m:ctrlP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radPr>
                          <m:deg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3</m:t>
                            </m:r>
                          </m:deg>
                          <m:e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, то есть </a:t>
                </a:r>
                <a14:m>
                  <m:oMath xmlns:m="http://schemas.openxmlformats.org/officeDocument/2006/math"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num>
                      <m:den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3</m:t>
                        </m:r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.</a:t>
                </a: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70510">
                  <a:lnSpc>
                    <a:spcPct val="107000"/>
                  </a:lnSpc>
                  <a:spcAft>
                    <a:spcPts val="800"/>
                  </a:spcAft>
                </a:pP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92" y="1932108"/>
                <a:ext cx="11284525" cy="4842351"/>
              </a:xfrm>
              <a:prstGeom prst="rect">
                <a:avLst/>
              </a:prstGeom>
              <a:blipFill>
                <a:blip r:embed="rId4"/>
                <a:stretch>
                  <a:fillRect t="-63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702809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CADAA8-77CE-44B0-956C-FE15CDB0BBD4}"/>
              </a:ext>
            </a:extLst>
          </p:cNvPr>
          <p:cNvSpPr/>
          <p:nvPr/>
        </p:nvSpPr>
        <p:spPr>
          <a:xfrm>
            <a:off x="-206477" y="-314631"/>
            <a:ext cx="12634452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>
          <a:xfrm>
            <a:off x="817311" y="336733"/>
            <a:ext cx="10557375" cy="11367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</a:pP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Дифференциальное исчисление </a:t>
            </a:r>
            <a:b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000" dirty="0"/>
              <a:t>Логарифмическое дифференцирование</a:t>
            </a:r>
            <a:endParaRPr lang="ru-RU" sz="2600" dirty="0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9D6F0A-00E7-4C8C-A893-195F83976DAE}"/>
              </a:ext>
            </a:extLst>
          </p:cNvPr>
          <p:cNvSpPr txBox="1"/>
          <p:nvPr/>
        </p:nvSpPr>
        <p:spPr>
          <a:xfrm>
            <a:off x="454892" y="1932108"/>
            <a:ext cx="11284525" cy="968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В ряде случаев для нахождения производной целесообразно заданную функцию сначала прологарифмировать, а затем результат продифференцировать. Такую операцию называют </a:t>
            </a:r>
            <a:r>
              <a:rPr lang="ru-RU" sz="1800" b="1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логарифмическим дифференцированием</a:t>
            </a:r>
            <a:r>
              <a:rPr lang="ru-RU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B03968A-E752-4376-9B50-96AB86F0C321}"/>
                  </a:ext>
                </a:extLst>
              </p:cNvPr>
              <p:cNvSpPr txBox="1"/>
              <p:nvPr/>
            </p:nvSpPr>
            <p:spPr>
              <a:xfrm>
                <a:off x="452583" y="2900386"/>
                <a:ext cx="11284525" cy="40795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670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b="1" i="1" dirty="0">
                    <a:solidFill>
                      <a:schemeClr val="accent3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Пример</a:t>
                </a:r>
                <a:r>
                  <a:rPr lang="ru-RU" sz="1800" dirty="0">
                    <a:solidFill>
                      <a:schemeClr val="accent3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. </a:t>
                </a:r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Найдем производную функции</a:t>
                </a:r>
                <a:endParaRPr lang="en-US" dirty="0">
                  <a:solidFill>
                    <a:srgbClr val="000000"/>
                  </a:solidFill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 marL="269875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ru-RU" sz="180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  <m:r>
                                <a:rPr lang="ru-RU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ru-RU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e>
                          </m:rad>
                          <m:r>
                            <a:rPr lang="ru-RU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·</m:t>
                          </m:r>
                          <m:sSup>
                            <m:sSup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(2</m:t>
                              </m:r>
                              <m:r>
                                <a:rPr lang="ru-RU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ru-RU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+3)</m:t>
                              </m:r>
                            </m:e>
                            <m:sup>
                              <m:r>
                                <a:rPr lang="ru-RU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ru-RU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ru-RU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9875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9875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b="1" i="1" dirty="0">
                    <a:solidFill>
                      <a:schemeClr val="accent3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Решение</a:t>
                </a:r>
                <a:r>
                  <a:rPr lang="ru-RU" sz="1800" dirty="0">
                    <a:solidFill>
                      <a:schemeClr val="accent3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. </a:t>
                </a:r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Воспользуемся методом логарифмического дифференцирования. Рассмотрим функцию</a:t>
                </a: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9875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ru-RU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ru-RU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func>
                      <m:r>
                        <a:rPr lang="ru-RU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ru-RU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  <m:r>
                                    <a:rPr lang="ru-RU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ru-RU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e>
                              </m:rad>
                              <m:r>
                                <a:rPr lang="ru-RU" sz="18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·</m:t>
                              </m:r>
                              <m:sSup>
                                <m:sSup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(2</m:t>
                                  </m:r>
                                  <m:r>
                                    <a:rPr lang="ru-RU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ru-RU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+3)</m:t>
                                  </m:r>
                                </m:e>
                                <m:sup>
                                  <m:r>
                                    <a:rPr lang="ru-RU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ru-RU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ru-RU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9875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то есть</a:t>
                </a: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9875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ru-RU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ru-RU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ru-RU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(3</m:t>
                          </m:r>
                          <m:r>
                            <a:rPr lang="ru-RU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ru-RU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−1)</m:t>
                          </m:r>
                        </m:e>
                      </m:func>
                      <m:r>
                        <a:rPr lang="ru-RU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+3</m:t>
                      </m:r>
                      <m:func>
                        <m:func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ru-RU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(2</m:t>
                          </m:r>
                          <m:r>
                            <a:rPr lang="ru-RU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ru-RU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+3)</m:t>
                          </m:r>
                        </m:e>
                      </m:func>
                      <m:r>
                        <a:rPr lang="ru-RU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ru-RU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ru-RU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ru-RU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−1)</m:t>
                          </m:r>
                        </m:e>
                      </m:func>
                    </m:oMath>
                  </m:oMathPara>
                </a14:m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9875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B03968A-E752-4376-9B50-96AB86F0C3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583" y="2900386"/>
                <a:ext cx="11284525" cy="4079578"/>
              </a:xfrm>
              <a:prstGeom prst="rect">
                <a:avLst/>
              </a:prstGeom>
              <a:blipFill>
                <a:blip r:embed="rId4"/>
                <a:stretch>
                  <a:fillRect t="-7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383735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CADAA8-77CE-44B0-956C-FE15CDB0BBD4}"/>
              </a:ext>
            </a:extLst>
          </p:cNvPr>
          <p:cNvSpPr/>
          <p:nvPr/>
        </p:nvSpPr>
        <p:spPr>
          <a:xfrm>
            <a:off x="-206477" y="-314631"/>
            <a:ext cx="12634452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>
          <a:xfrm>
            <a:off x="817311" y="336733"/>
            <a:ext cx="10557375" cy="11367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</a:pP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Дифференциальное исчисление </a:t>
            </a:r>
            <a:b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000" dirty="0"/>
              <a:t>Производные высших порядков</a:t>
            </a:r>
            <a:endParaRPr lang="ru-RU" sz="2600" dirty="0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/>
              <p:nvPr/>
            </p:nvSpPr>
            <p:spPr>
              <a:xfrm>
                <a:off x="389080" y="1815217"/>
                <a:ext cx="11284525" cy="58895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9875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Производная </a:t>
                </a:r>
                <a14:m>
                  <m:oMath xmlns:m="http://schemas.openxmlformats.org/officeDocument/2006/math"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′=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𝑓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′(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функции </a:t>
                </a:r>
                <a14:m>
                  <m:oMath xmlns:m="http://schemas.openxmlformats.org/officeDocument/2006/math"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у = 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𝑓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есть также функция от </a:t>
                </a:r>
                <a14:m>
                  <m:oMath xmlns:m="http://schemas.openxmlformats.org/officeDocument/2006/math"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и называется производной первого порядка. Если функция </a:t>
                </a:r>
                <a14:m>
                  <m:oMath xmlns:m="http://schemas.openxmlformats.org/officeDocument/2006/math"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𝑓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′(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дифференцируема, то ее производная называется производной </a:t>
                </a:r>
                <a:r>
                  <a:rPr lang="ru-RU" sz="1800" b="1" dirty="0">
                    <a:solidFill>
                      <a:schemeClr val="accent6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второго</a:t>
                </a:r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порядка и обозначается </a:t>
                </a:r>
                <a14:m>
                  <m:oMath xmlns:m="http://schemas.openxmlformats.org/officeDocument/2006/math"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′′ (у" = (у′)′)</m:t>
                    </m:r>
                  </m:oMath>
                </a14:m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. Производная от производной второго порядка, если она существует, называется производной </a:t>
                </a:r>
                <a:r>
                  <a:rPr lang="ru-RU" sz="1800" b="1" dirty="0">
                    <a:solidFill>
                      <a:schemeClr val="accent6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третьего</a:t>
                </a:r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порядка и обозначается </a:t>
                </a:r>
                <a14:m>
                  <m:oMath xmlns:m="http://schemas.openxmlformats.org/officeDocument/2006/math"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′′</m:t>
                    </m:r>
                  </m:oMath>
                </a14:m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. </a:t>
                </a:r>
                <a:endParaRPr lang="en-US" sz="18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 marL="269875">
                  <a:lnSpc>
                    <a:spcPct val="107000"/>
                  </a:lnSpc>
                  <a:spcAft>
                    <a:spcPts val="800"/>
                  </a:spcAft>
                </a:pPr>
                <a:endParaRPr lang="ru-RU" sz="1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9875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b="1" i="1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Определение</a:t>
                </a:r>
                <a:r>
                  <a:rPr lang="ru-RU" sz="180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. </a:t>
                </a:r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Производной </a:t>
                </a:r>
                <a:r>
                  <a:rPr lang="ru-RU" sz="1800" i="1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n</a:t>
                </a:r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-го порядка называется производная от производной </a:t>
                </a:r>
                <a14:m>
                  <m:oMath xmlns:m="http://schemas.openxmlformats.org/officeDocument/2006/math"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 − 1)</m:t>
                    </m:r>
                  </m:oMath>
                </a14:m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порядка: </a:t>
                </a: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9875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p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=(</m:t>
                      </m:r>
                      <m:sSup>
                        <m:sSup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−1)</m:t>
                          </m:r>
                        </m:sup>
                      </m:sSup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)′</m:t>
                      </m:r>
                    </m:oMath>
                  </m:oMathPara>
                </a14:m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9875">
                  <a:lnSpc>
                    <a:spcPct val="107000"/>
                  </a:lnSpc>
                  <a:spcAft>
                    <a:spcPts val="800"/>
                  </a:spcAft>
                </a:pPr>
                <a:endParaRPr lang="ru-RU" sz="1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9875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b="1" i="1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Определение. </a:t>
                </a:r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Производные порядка выше первого называются производными высших порядков.</a:t>
                </a:r>
                <a:endParaRPr lang="en-US" sz="18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 marL="269875">
                  <a:lnSpc>
                    <a:spcPct val="107000"/>
                  </a:lnSpc>
                  <a:spcAft>
                    <a:spcPts val="800"/>
                  </a:spcAft>
                </a:pPr>
                <a:endParaRPr lang="en-US" sz="10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 marL="269875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Пусть функция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у = 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задана параметрическими уравнениями</a:t>
                </a:r>
                <a:br>
                  <a:rPr lang="ru-RU" sz="1800" i="1" dirty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9875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Как известно, первая производная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  <m:sub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sub>
                      <m:sup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находится по формуле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  <m:sub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sub>
                      <m:sup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′</m:t>
                        </m:r>
                      </m:sup>
                    </m:sSubSup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bSupPr>
                          <m:e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′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bSupPr>
                          <m:e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′</m:t>
                            </m:r>
                          </m:sup>
                        </m:sSubSup>
                      </m:den>
                    </m:f>
                  </m:oMath>
                </a14:m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9875">
                  <a:lnSpc>
                    <a:spcPct val="107000"/>
                  </a:lnSpc>
                  <a:spcAft>
                    <a:spcPts val="800"/>
                  </a:spcAft>
                </a:pP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9875" algn="ctr">
                  <a:lnSpc>
                    <a:spcPct val="107000"/>
                  </a:lnSpc>
                  <a:spcAft>
                    <a:spcPts val="800"/>
                  </a:spcAft>
                </a:pP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080" y="1815217"/>
                <a:ext cx="11284525" cy="5889561"/>
              </a:xfrm>
              <a:prstGeom prst="rect">
                <a:avLst/>
              </a:prstGeom>
              <a:blipFill>
                <a:blip r:embed="rId4"/>
                <a:stretch>
                  <a:fillRect t="-518" r="-7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684041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CADAA8-77CE-44B0-956C-FE15CDB0BBD4}"/>
              </a:ext>
            </a:extLst>
          </p:cNvPr>
          <p:cNvSpPr/>
          <p:nvPr/>
        </p:nvSpPr>
        <p:spPr>
          <a:xfrm>
            <a:off x="-206477" y="-314631"/>
            <a:ext cx="12634452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>
          <a:xfrm>
            <a:off x="817311" y="336733"/>
            <a:ext cx="10557375" cy="11367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</a:pP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Дифференциальное исчисление </a:t>
            </a:r>
            <a:b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000" dirty="0"/>
              <a:t>Производные высших порядков</a:t>
            </a:r>
            <a:endParaRPr lang="ru-RU" sz="2600" dirty="0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/>
              <p:nvPr/>
            </p:nvSpPr>
            <p:spPr>
              <a:xfrm>
                <a:off x="453735" y="1852161"/>
                <a:ext cx="11284525" cy="49153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9875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Найдем вторую производную от функции заданной параметрически.</a:t>
                </a:r>
              </a:p>
              <a:p>
                <a:pPr marL="269875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Из определения второй производной и равенства следует, что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  <m:sub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𝑥𝑥</m:t>
                        </m:r>
                      </m:sub>
                      <m:sup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′′</m:t>
                        </m:r>
                      </m:sup>
                    </m:sSubSup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sSubSup>
                      <m:sSubSupPr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(</m:t>
                        </m:r>
                        <m:sSubSup>
                          <m:sSubSupPr>
                            <m:ctrlP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bSupPr>
                          <m:e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′</m:t>
                            </m:r>
                          </m:sup>
                        </m:sSubSup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)</m:t>
                        </m:r>
                      </m:e>
                      <m:sub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sub>
                      <m:sup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′</m:t>
                        </m:r>
                      </m:sup>
                    </m:sSubSup>
                    <m:r>
                      <a:rPr lang="ru-RU" sz="18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·</m:t>
                    </m:r>
                    <m:sSubSup>
                      <m:sSubSupPr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e>
                      <m:sub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sub>
                      <m:sup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′</m:t>
                        </m:r>
                      </m:sup>
                    </m:sSubSup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bSupPr>
                          <m:e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ru-RU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ru-RU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ru-RU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sub>
                              <m:sup>
                                <m:r>
                                  <a:rPr lang="ru-RU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′</m:t>
                                </m:r>
                              </m:sup>
                            </m:sSubSup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)</m:t>
                            </m:r>
                          </m:e>
                          <m:sub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′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bSupPr>
                          <m:e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′</m:t>
                            </m:r>
                          </m:sup>
                        </m:sSubSup>
                      </m:den>
                    </m:f>
                  </m:oMath>
                </a14:m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т. е.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  <m:sub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𝑥𝑥</m:t>
                        </m:r>
                      </m:sub>
                      <m:sup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′′</m:t>
                        </m:r>
                      </m:sup>
                    </m:sSubSup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bSupPr>
                          <m:e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ru-RU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ru-RU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ru-RU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sub>
                              <m:sup>
                                <m:r>
                                  <a:rPr lang="ru-RU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′</m:t>
                                </m:r>
                              </m:sup>
                            </m:sSubSup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)</m:t>
                            </m:r>
                          </m:e>
                          <m:sub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′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bSupPr>
                          <m:e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′</m:t>
                            </m:r>
                          </m:sup>
                        </m:sSubSup>
                      </m:den>
                    </m:f>
                  </m:oMath>
                </a14:m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9875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Аналогично получаем</a:t>
                </a:r>
              </a:p>
              <a:p>
                <a:pPr marL="269875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ru-RU" sz="1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ru-RU" sz="1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𝒚</m:t>
                        </m:r>
                      </m:e>
                      <m:sub>
                        <m:r>
                          <a:rPr lang="ru-RU" sz="1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𝒙𝒙𝒙</m:t>
                        </m:r>
                      </m:sub>
                      <m:sup>
                        <m:r>
                          <a:rPr lang="ru-RU" sz="1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′′′</m:t>
                        </m:r>
                      </m:sup>
                    </m:sSubSup>
                    <m:r>
                      <a:rPr lang="ru-RU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ru-RU" sz="1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ru-RU" sz="18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bSupPr>
                          <m:e>
                            <m:r>
                              <a:rPr lang="ru-RU" sz="18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ru-RU" sz="18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ru-RU" sz="18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ru-RU" sz="18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𝒙𝒙</m:t>
                                </m:r>
                              </m:sub>
                              <m:sup>
                                <m:r>
                                  <a:rPr lang="ru-RU" sz="18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′′</m:t>
                                </m:r>
                              </m:sup>
                            </m:sSubSup>
                            <m:r>
                              <a:rPr lang="ru-RU" sz="18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)</m:t>
                            </m:r>
                          </m:e>
                          <m:sub>
                            <m:r>
                              <a:rPr lang="ru-RU" sz="18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𝒕</m:t>
                            </m:r>
                          </m:sub>
                          <m:sup>
                            <m:r>
                              <a:rPr lang="ru-RU" sz="18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′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ru-RU" sz="18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bSupPr>
                          <m:e>
                            <m:r>
                              <a:rPr lang="ru-RU" sz="18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ru-RU" sz="18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𝒕</m:t>
                            </m:r>
                          </m:sub>
                          <m:sup>
                            <m:r>
                              <a:rPr lang="ru-RU" sz="18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′</m:t>
                            </m:r>
                          </m:sup>
                        </m:sSubSup>
                      </m:den>
                    </m:f>
                  </m:oMath>
                </a14:m>
                <a:r>
                  <a:rPr lang="ru-RU" sz="1800" b="1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ru-RU" sz="1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𝒚</m:t>
                        </m:r>
                      </m:e>
                      <m:sub>
                        <m:r>
                          <a:rPr lang="ru-RU" sz="1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𝒙𝒙𝒙𝒙</m:t>
                        </m:r>
                      </m:sub>
                      <m:sup>
                        <m:r>
                          <a:rPr lang="ru-RU" sz="1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𝑰𝑽</m:t>
                        </m:r>
                      </m:sup>
                    </m:sSubSup>
                    <m:r>
                      <a:rPr lang="ru-RU" sz="1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ru-RU" sz="1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ru-RU" sz="18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bSupPr>
                          <m:e>
                            <m:r>
                              <a:rPr lang="ru-RU" sz="18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ru-RU" sz="18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ru-RU" sz="18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ru-RU" sz="18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𝒙𝒙𝒙</m:t>
                                </m:r>
                              </m:sub>
                              <m:sup>
                                <m:r>
                                  <a:rPr lang="ru-RU" sz="18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′′′</m:t>
                                </m:r>
                              </m:sup>
                            </m:sSubSup>
                            <m:r>
                              <a:rPr lang="ru-RU" sz="18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)</m:t>
                            </m:r>
                          </m:e>
                          <m:sub>
                            <m:r>
                              <a:rPr lang="ru-RU" sz="18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𝒕</m:t>
                            </m:r>
                          </m:sub>
                          <m:sup>
                            <m:r>
                              <a:rPr lang="ru-RU" sz="18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′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ru-RU" sz="18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bSupPr>
                          <m:e>
                            <m:r>
                              <a:rPr lang="ru-RU" sz="18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ru-RU" sz="18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𝒕</m:t>
                            </m:r>
                          </m:sub>
                          <m:sup>
                            <m:r>
                              <a:rPr lang="ru-RU" sz="18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′</m:t>
                            </m:r>
                          </m:sup>
                        </m:sSubSup>
                      </m:den>
                    </m:f>
                  </m:oMath>
                </a14:m>
                <a:r>
                  <a:rPr lang="ru-RU" sz="1800" b="1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, …</a:t>
                </a:r>
                <a:endParaRPr lang="en-US" sz="1800" b="1" dirty="0">
                  <a:solidFill>
                    <a:srgbClr val="000000"/>
                  </a:solidFill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 marL="269875">
                  <a:lnSpc>
                    <a:spcPct val="107000"/>
                  </a:lnSpc>
                  <a:spcAft>
                    <a:spcPts val="800"/>
                  </a:spcAft>
                </a:pP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9875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b="1" i="1" dirty="0">
                    <a:solidFill>
                      <a:schemeClr val="accent3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Пример</a:t>
                </a:r>
                <a:r>
                  <a:rPr lang="ru-RU" sz="1800" i="1" dirty="0">
                    <a:solidFill>
                      <a:schemeClr val="accent3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Найти вторую производную функции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func>
                              <m:funcPr>
                                <m:ctrlP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</m:func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func>
                              <m:funcPr>
                                <m:ctrlP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ru-RU" sz="18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</m:func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.</m:t>
                            </m:r>
                          </m:e>
                        </m:eqArr>
                      </m:e>
                    </m:d>
                  </m:oMath>
                </a14:m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9875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b="1" i="1" dirty="0">
                    <a:solidFill>
                      <a:schemeClr val="accent3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Решение</a:t>
                </a:r>
                <a:r>
                  <a:rPr lang="ru-RU" i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r>
                  <a:rPr lang="ru-RU" sz="1800" i="1" dirty="0">
                    <a:solidFill>
                      <a:schemeClr val="accent3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По формуле: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  <m:sub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sub>
                      <m:sup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′</m:t>
                        </m:r>
                      </m:sup>
                    </m:sSubSup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bSupPr>
                          <m:e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(</m:t>
                            </m:r>
                            <m:func>
                              <m:funcPr>
                                <m:ctrlPr>
                                  <a:rPr lang="ru-RU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ru-RU" sz="18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ru-RU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𝑡</m:t>
                                </m:r>
                              </m:e>
                            </m:func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)</m:t>
                            </m:r>
                          </m:e>
                          <m:sub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′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bSupPr>
                          <m:e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(</m:t>
                            </m:r>
                            <m:func>
                              <m:funcPr>
                                <m:ctrlPr>
                                  <a:rPr lang="ru-RU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ru-RU" sz="18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ru-RU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𝑡</m:t>
                                </m:r>
                              </m:e>
                            </m:func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)</m:t>
                            </m:r>
                          </m:e>
                          <m:sub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′</m:t>
                            </m:r>
                          </m:sup>
                        </m:sSubSup>
                      </m:den>
                    </m:f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ru-RU" sz="18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𝑡</m:t>
                            </m:r>
                          </m:e>
                        </m:func>
                      </m:num>
                      <m:den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−</m:t>
                        </m:r>
                        <m:func>
                          <m:funcPr>
                            <m:ctrlP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ru-RU" sz="18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𝑡</m:t>
                            </m:r>
                          </m:e>
                        </m:func>
                      </m:den>
                    </m:f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=−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𝑐𝑡𝑔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𝑡</m:t>
                    </m:r>
                  </m:oMath>
                </a14:m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9875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Тогда по формуле: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  <m:sub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𝑥𝑥</m:t>
                        </m:r>
                      </m:sub>
                      <m:sup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′′</m:t>
                        </m:r>
                      </m:sup>
                    </m:sSubSup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bSupPr>
                          <m:e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(−</m:t>
                            </m:r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𝑐𝑡𝑔</m:t>
                            </m:r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 </m:t>
                            </m:r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𝑡</m:t>
                            </m:r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)</m:t>
                            </m:r>
                          </m:e>
                          <m:sub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′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bSupPr>
                          <m:e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(</m:t>
                            </m:r>
                            <m:func>
                              <m:funcPr>
                                <m:ctrlPr>
                                  <a:rPr lang="ru-RU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ru-RU" sz="18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ru-RU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𝑡</m:t>
                                </m:r>
                              </m:e>
                            </m:func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)</m:t>
                            </m:r>
                          </m:e>
                          <m:sub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′</m:t>
                            </m:r>
                          </m:sup>
                        </m:sSubSup>
                      </m:den>
                    </m:f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fPr>
                          <m:num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ru-RU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ru-RU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𝑠𝑖𝑛</m:t>
                                </m:r>
                              </m:e>
                              <m:sup>
                                <m:r>
                                  <a:rPr lang="ru-RU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libri" panose="020F0502020204030204" pitchFamily="34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 </m:t>
                            </m:r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𝑡</m:t>
                            </m:r>
                          </m:den>
                        </m:f>
                      </m:num>
                      <m:den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−</m:t>
                        </m:r>
                        <m:func>
                          <m:funcPr>
                            <m:ctrlP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ru-RU" sz="18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𝑡</m:t>
                            </m:r>
                          </m:e>
                        </m:func>
                      </m:den>
                    </m:f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=−</m:t>
                    </m:r>
                    <m:f>
                      <m:fPr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𝑠𝑖𝑛</m:t>
                            </m:r>
                          </m:e>
                          <m:sup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3</m:t>
                            </m:r>
                          </m:sup>
                        </m:sSup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ru-RU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6700">
                  <a:lnSpc>
                    <a:spcPct val="107000"/>
                  </a:lnSpc>
                  <a:spcAft>
                    <a:spcPts val="800"/>
                  </a:spcAft>
                </a:pPr>
                <a:endParaRPr lang="en-US" dirty="0">
                  <a:solidFill>
                    <a:srgbClr val="000000"/>
                  </a:solidFill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735" y="1852161"/>
                <a:ext cx="11284525" cy="4915385"/>
              </a:xfrm>
              <a:prstGeom prst="rect">
                <a:avLst/>
              </a:prstGeom>
              <a:blipFill>
                <a:blip r:embed="rId4"/>
                <a:stretch>
                  <a:fillRect t="-62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994227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CADAA8-77CE-44B0-956C-FE15CDB0BBD4}"/>
              </a:ext>
            </a:extLst>
          </p:cNvPr>
          <p:cNvSpPr/>
          <p:nvPr/>
        </p:nvSpPr>
        <p:spPr>
          <a:xfrm>
            <a:off x="-206477" y="-314631"/>
            <a:ext cx="12634452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>
          <a:xfrm>
            <a:off x="817311" y="336733"/>
            <a:ext cx="10557375" cy="11367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</a:pP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Дифференциальное исчисление </a:t>
            </a:r>
            <a:b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000" dirty="0"/>
              <a:t>Определение дифференциала функции</a:t>
            </a:r>
            <a:endParaRPr lang="ru-RU" sz="2600" dirty="0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/>
              <p:nvPr/>
            </p:nvSpPr>
            <p:spPr>
              <a:xfrm>
                <a:off x="454892" y="1932108"/>
                <a:ext cx="11284525" cy="6712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7051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b="1" i="1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Определение</a:t>
                </a:r>
                <a:r>
                  <a:rPr lang="ru-RU" sz="180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. 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Дифференциалом функции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в точке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называется главная часть ее приращения, равная произведению производной функции на приращение аргумента, и обозначается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𝑑𝑦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(или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𝑑𝑓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):</a:t>
                </a: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92" y="1932108"/>
                <a:ext cx="11284525" cy="671209"/>
              </a:xfrm>
              <a:prstGeom prst="rect">
                <a:avLst/>
              </a:prstGeom>
              <a:blipFill>
                <a:blip r:embed="rId4"/>
                <a:stretch>
                  <a:fillRect t="-4545" b="-1363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8393E4D-4E75-4346-8F82-C1ED518847DE}"/>
                  </a:ext>
                </a:extLst>
              </p:cNvPr>
              <p:cNvSpPr txBox="1"/>
              <p:nvPr/>
            </p:nvSpPr>
            <p:spPr>
              <a:xfrm>
                <a:off x="454893" y="2972649"/>
                <a:ext cx="11284524" cy="11734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Дифференциал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𝑑𝑦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называют также </a:t>
                </a:r>
                <a:r>
                  <a:rPr lang="ru-RU" sz="1800" u="sng" dirty="0">
                    <a:solidFill>
                      <a:schemeClr val="accent6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дифференциалом первого порядка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endParaRPr lang="en-US" sz="1800" b="1" i="1" dirty="0">
                  <a:solidFill>
                    <a:schemeClr val="accent3">
                      <a:lumMod val="75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pPr marL="27051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b="1" i="1" dirty="0">
                    <a:solidFill>
                      <a:schemeClr val="accent3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Пример</a:t>
                </a:r>
                <a:r>
                  <a:rPr lang="ru-RU" sz="1800" dirty="0">
                    <a:solidFill>
                      <a:schemeClr val="accent3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.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 </a:t>
                </a:r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Найти дифференциал функции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8393E4D-4E75-4346-8F82-C1ED51884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93" y="2972649"/>
                <a:ext cx="11284524" cy="1173463"/>
              </a:xfrm>
              <a:prstGeom prst="rect">
                <a:avLst/>
              </a:prstGeom>
              <a:blipFill>
                <a:blip r:embed="rId5"/>
                <a:stretch>
                  <a:fillRect t="-2604" b="-78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6A5C06-09AE-4A9F-9DEA-16DD35DEAEBE}"/>
                  </a:ext>
                </a:extLst>
              </p:cNvPr>
              <p:cNvSpPr txBox="1"/>
              <p:nvPr/>
            </p:nvSpPr>
            <p:spPr>
              <a:xfrm>
                <a:off x="2937162" y="2603317"/>
                <a:ext cx="631767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𝑑𝑦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·∆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6A5C06-09AE-4A9F-9DEA-16DD35DEA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7162" y="2603317"/>
                <a:ext cx="6317672" cy="369332"/>
              </a:xfrm>
              <a:prstGeom prst="rect">
                <a:avLst/>
              </a:prstGeom>
              <a:blipFill>
                <a:blip r:embed="rId6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5C64ABE-9179-47BB-8F70-A35C291906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9192" y="4113285"/>
            <a:ext cx="3153612" cy="4380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8EB61A8-6011-49D1-B9EB-4F3BF9C59C9B}"/>
                  </a:ext>
                </a:extLst>
              </p:cNvPr>
              <p:cNvSpPr txBox="1"/>
              <p:nvPr/>
            </p:nvSpPr>
            <p:spPr>
              <a:xfrm>
                <a:off x="644235" y="4681624"/>
                <a:ext cx="631767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92075"/>
                <a:r>
                  <a:rPr lang="ru-RU" sz="1800" b="1" i="1" dirty="0">
                    <a:solidFill>
                      <a:schemeClr val="accent3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Решение</a:t>
                </a:r>
                <a:r>
                  <a:rPr lang="ru-RU" sz="1800" dirty="0">
                    <a:solidFill>
                      <a:schemeClr val="accent3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.</a:t>
                </a:r>
                <a:r>
                  <a:rPr lang="en-US" sz="1800" dirty="0">
                    <a:solidFill>
                      <a:schemeClr val="accent3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По формуле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𝑑𝑦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𝑑𝑥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находим</a:t>
                </a:r>
                <a:endParaRPr lang="ru-RU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8EB61A8-6011-49D1-B9EB-4F3BF9C59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235" y="4681624"/>
                <a:ext cx="6317672" cy="369332"/>
              </a:xfrm>
              <a:prstGeom prst="rect">
                <a:avLst/>
              </a:prstGeom>
              <a:blipFill>
                <a:blip r:embed="rId8"/>
                <a:stretch>
                  <a:fillRect t="-9836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3A71326-3DDD-491B-9851-A95D1D45BCC9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12841"/>
          <a:stretch/>
        </p:blipFill>
        <p:spPr>
          <a:xfrm>
            <a:off x="2495777" y="5181293"/>
            <a:ext cx="7200441" cy="51063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15416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CADAA8-77CE-44B0-956C-FE15CDB0BBD4}"/>
              </a:ext>
            </a:extLst>
          </p:cNvPr>
          <p:cNvSpPr/>
          <p:nvPr/>
        </p:nvSpPr>
        <p:spPr>
          <a:xfrm>
            <a:off x="-206477" y="-314631"/>
            <a:ext cx="12634452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>
          <a:xfrm>
            <a:off x="817311" y="336733"/>
            <a:ext cx="10557375" cy="11367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</a:pP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Дифференциальное исчисление </a:t>
            </a:r>
            <a:b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000" dirty="0"/>
              <a:t>Основные теоремы о дифференциалах</a:t>
            </a:r>
            <a:endParaRPr lang="ru-RU" sz="2600" dirty="0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9D6F0A-00E7-4C8C-A893-195F83976DAE}"/>
              </a:ext>
            </a:extLst>
          </p:cNvPr>
          <p:cNvSpPr txBox="1"/>
          <p:nvPr/>
        </p:nvSpPr>
        <p:spPr>
          <a:xfrm>
            <a:off x="454892" y="1932108"/>
            <a:ext cx="11284525" cy="671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0510">
              <a:lnSpc>
                <a:spcPct val="107000"/>
              </a:lnSpc>
              <a:spcAft>
                <a:spcPts val="800"/>
              </a:spcAft>
            </a:pPr>
            <a:r>
              <a:rPr lang="ru-RU" sz="1800" b="1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Теорема.</a:t>
            </a:r>
            <a:r>
              <a:rPr lang="ru-RU" sz="18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Дифференциал суммы, произведения и частного двух дифференцируемых функций определяются следующими формулами: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EB61A8-6011-49D1-B9EB-4F3BF9C59C9B}"/>
              </a:ext>
            </a:extLst>
          </p:cNvPr>
          <p:cNvSpPr txBox="1"/>
          <p:nvPr/>
        </p:nvSpPr>
        <p:spPr>
          <a:xfrm>
            <a:off x="644235" y="4515369"/>
            <a:ext cx="110951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"/>
            <a:r>
              <a:rPr lang="ru-RU" sz="1800" b="1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Теорема.</a:t>
            </a:r>
            <a:r>
              <a:rPr lang="ru-RU" sz="18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Дифференциал сложной функции равен произведению производной этой функции по промежуточному аргументу на дифференциал этого промежуточного аргумента.</a:t>
            </a:r>
          </a:p>
          <a:p>
            <a:pPr marL="92075"/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F77A7F9-192B-477B-B6F6-D440072771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7108" y="2604023"/>
            <a:ext cx="3590754" cy="158319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29500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CADAA8-77CE-44B0-956C-FE15CDB0BBD4}"/>
              </a:ext>
            </a:extLst>
          </p:cNvPr>
          <p:cNvSpPr/>
          <p:nvPr/>
        </p:nvSpPr>
        <p:spPr>
          <a:xfrm>
            <a:off x="-206477" y="-314631"/>
            <a:ext cx="12634452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>
          <a:xfrm>
            <a:off x="817311" y="336733"/>
            <a:ext cx="10557375" cy="11367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</a:pP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Дифференциальное исчисление </a:t>
            </a:r>
            <a:b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000" dirty="0"/>
              <a:t>Таблица дифференциалов</a:t>
            </a:r>
            <a:endParaRPr lang="ru-RU" sz="2600" dirty="0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161A5B2-4CC0-41EF-B506-AB1CC61F3B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5136" y="1744009"/>
            <a:ext cx="5771226" cy="500789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84516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CADAA8-77CE-44B0-956C-FE15CDB0BBD4}"/>
              </a:ext>
            </a:extLst>
          </p:cNvPr>
          <p:cNvSpPr/>
          <p:nvPr/>
        </p:nvSpPr>
        <p:spPr>
          <a:xfrm>
            <a:off x="-206477" y="-314631"/>
            <a:ext cx="12634452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>
          <a:xfrm>
            <a:off x="817311" y="336733"/>
            <a:ext cx="10557375" cy="11367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</a:pP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Дифференциальное исчисление </a:t>
            </a:r>
            <a:b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000" dirty="0"/>
              <a:t>Дифференциалы высших порядков</a:t>
            </a:r>
            <a:endParaRPr lang="ru-RU" sz="2600" dirty="0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/>
              <p:nvPr/>
            </p:nvSpPr>
            <p:spPr>
              <a:xfrm>
                <a:off x="454892" y="1932108"/>
                <a:ext cx="11284525" cy="14698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b="1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Определение. 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Дифференциал от дифференциала функции у = f(x) называется ее вторым дифференциалом или </a:t>
                </a:r>
                <a:r>
                  <a:rPr lang="ru-RU" sz="1800" u="sng" dirty="0">
                    <a:solidFill>
                      <a:schemeClr val="accent6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дифференциалом второго порядка 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и обозначается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𝒅</m:t>
                        </m:r>
                      </m:e>
                      <m:sup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𝒚</m:t>
                    </m:r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𝒅</m:t>
                        </m:r>
                      </m:e>
                      <m:sup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𝒇</m:t>
                    </m:r>
                    <m:d>
                      <m:dPr>
                        <m:ctrlP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</m:d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𝒇</m:t>
                        </m:r>
                      </m:e>
                      <m:sup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</m:d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𝒅</m:t>
                    </m:r>
                    <m:sSup>
                      <m:sSupPr>
                        <m:ctrlP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Дифференциал третьего порядка:</a:t>
                </a:r>
              </a:p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92" y="1932108"/>
                <a:ext cx="11284525" cy="1469826"/>
              </a:xfrm>
              <a:prstGeom prst="rect">
                <a:avLst/>
              </a:prstGeom>
              <a:blipFill>
                <a:blip r:embed="rId4"/>
                <a:stretch>
                  <a:fillRect t="-20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8EB61A8-6011-49D1-B9EB-4F3BF9C59C9B}"/>
                  </a:ext>
                </a:extLst>
              </p:cNvPr>
              <p:cNvSpPr txBox="1"/>
              <p:nvPr/>
            </p:nvSpPr>
            <p:spPr>
              <a:xfrm>
                <a:off x="544946" y="3496322"/>
                <a:ext cx="11194471" cy="2273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6213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Дифференциал n-го порядка есть дифференциал от дифференциала (n-1)-го порядка: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 = </m:t>
                    </m:r>
                    <m:sSup>
                      <m:sSup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  <m:sSup>
                      <m:sSup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176213">
                  <a:lnSpc>
                    <a:spcPct val="107000"/>
                  </a:lnSpc>
                  <a:spcAft>
                    <a:spcPts val="800"/>
                  </a:spcAft>
                </a:pP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176213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b="1" dirty="0">
                    <a:solidFill>
                      <a:schemeClr val="accent2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Пример.</a:t>
                </a:r>
                <a:r>
                  <a:rPr lang="ru-RU" sz="1800" dirty="0">
                    <a:solidFill>
                      <a:schemeClr val="accent2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Найти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если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х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– независимая переменная.</a:t>
                </a:r>
              </a:p>
              <a:p>
                <a:pPr marL="176213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b="1" dirty="0">
                    <a:solidFill>
                      <a:schemeClr val="accent2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Решение.</a:t>
                </a:r>
                <a:r>
                  <a:rPr lang="ru-RU" sz="1800" dirty="0">
                    <a:solidFill>
                      <a:schemeClr val="accent2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Так как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′=</m:t>
                    </m:r>
                    <m:sSup>
                      <m:sSup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sup>
                    </m:sSup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′′=</m:t>
                    </m:r>
                    <m:sSup>
                      <m:sSup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9</m:t>
                        </m:r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то по формуле имеем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=9</m:t>
                    </m:r>
                    <m:sSup>
                      <m:sSup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sup>
                    </m:sSup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𝑑</m:t>
                    </m:r>
                    <m:sSup>
                      <m:sSup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176213"/>
                <a:endParaRPr lang="ru-RU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8EB61A8-6011-49D1-B9EB-4F3BF9C59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946" y="3496322"/>
                <a:ext cx="11194471" cy="2273828"/>
              </a:xfrm>
              <a:prstGeom prst="rect">
                <a:avLst/>
              </a:prstGeom>
              <a:blipFill>
                <a:blip r:embed="rId5"/>
                <a:stretch>
                  <a:fillRect t="-13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4234EFB-A843-442E-878E-171282FBC8E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974"/>
          <a:stretch/>
        </p:blipFill>
        <p:spPr bwMode="auto">
          <a:xfrm>
            <a:off x="3312859" y="3000876"/>
            <a:ext cx="5566275" cy="43800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0369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CADAA8-77CE-44B0-956C-FE15CDB0BBD4}"/>
              </a:ext>
            </a:extLst>
          </p:cNvPr>
          <p:cNvSpPr/>
          <p:nvPr/>
        </p:nvSpPr>
        <p:spPr>
          <a:xfrm>
            <a:off x="-206477" y="-314631"/>
            <a:ext cx="12634452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>
          <a:xfrm>
            <a:off x="817311" y="336733"/>
            <a:ext cx="10557375" cy="11367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</a:pP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Дифференциальное исчисление </a:t>
            </a:r>
            <a:b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000" dirty="0"/>
              <a:t>Теоремы о дифференцируемых функциях</a:t>
            </a:r>
            <a:endParaRPr lang="ru-RU" sz="2600" dirty="0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/>
              <p:nvPr/>
            </p:nvSpPr>
            <p:spPr>
              <a:xfrm>
                <a:off x="454892" y="1932108"/>
                <a:ext cx="11284525" cy="50195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b="1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Теорема </a:t>
                </a:r>
                <a:r>
                  <a:rPr lang="ru-RU" sz="1800" b="1" dirty="0" err="1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Ролль</a:t>
                </a:r>
                <a:r>
                  <a:rPr lang="ru-RU" sz="1800" b="1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 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Если функция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непрерывна на отрезке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дифференцируема на интервале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и на концах отрезка принимает одинаковые значения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 = 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то найдется хотя бы одна точка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∈(а; 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в которой производная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′(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обращается в нуль, т. е.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𝒇</m:t>
                        </m:r>
                      </m:e>
                      <m:sup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𝒄</m:t>
                        </m:r>
                      </m:e>
                    </m:d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b="1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Теорема Коши. 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Если функции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𝜑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непрерывны на отрезке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дифференцируемы на интервале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причем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𝜑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’(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)≠0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для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∈(а;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то найдется хотя бы одна точка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∈(а; 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такая, что выполняется равенство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𝒇</m:t>
                        </m:r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𝒃</m:t>
                        </m:r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 − </m:t>
                        </m:r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𝒇</m:t>
                        </m:r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𝒂</m:t>
                        </m:r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 </m:t>
                        </m:r>
                      </m:num>
                      <m:den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𝝋</m:t>
                        </m:r>
                        <m:d>
                          <m:dPr>
                            <m:ctrlP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ru-RU" sz="1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𝒃</m:t>
                            </m:r>
                          </m:e>
                        </m:d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𝝋</m:t>
                        </m:r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𝒂</m:t>
                        </m:r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den>
                    </m:f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𝒇</m:t>
                        </m:r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′(</m:t>
                        </m:r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𝒄</m:t>
                        </m:r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a:rPr lang="ru-RU" sz="1800" b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num>
                      <m:den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𝝋</m:t>
                        </m:r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′(</m:t>
                        </m:r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𝒄</m:t>
                        </m:r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b="1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Теорема Лагранжа. 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Если функция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непрерывна на отрезке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дифференцируема на интервале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то найдется хотя бы одна точка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∈(а; 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такая, что выполняется равенство </a:t>
                </a:r>
                <a14:m>
                  <m:oMath xmlns:m="http://schemas.openxmlformats.org/officeDocument/2006/math"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𝒇</m:t>
                    </m:r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𝒃</m:t>
                    </m:r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 − </m:t>
                    </m:r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𝒇</m:t>
                    </m:r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𝒂</m:t>
                    </m:r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 = </m:t>
                    </m:r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𝒇</m:t>
                    </m:r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′(</m:t>
                    </m:r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𝒄</m:t>
                    </m:r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)(</m:t>
                    </m:r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𝒃</m:t>
                    </m:r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−</m:t>
                    </m:r>
                    <m:r>
                      <a:rPr lang="en-US" sz="1800" b="1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𝒂</m:t>
                    </m:r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b="1" dirty="0">
                    <a:solidFill>
                      <a:schemeClr val="bg2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Следствие.</a:t>
                </a:r>
                <a:r>
                  <a:rPr lang="ru-RU" sz="1800" dirty="0">
                    <a:solidFill>
                      <a:schemeClr val="bg2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Если производная функции равна нулю на некотором промежутке, то функция постоянна на этом промежутке.</a:t>
                </a:r>
              </a:p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b="1" dirty="0">
                    <a:solidFill>
                      <a:schemeClr val="bg2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Следствие</a:t>
                </a:r>
                <a:r>
                  <a:rPr lang="ru-RU" sz="1800" dirty="0">
                    <a:solidFill>
                      <a:schemeClr val="bg2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 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Если две функции имеют равные производные на некотором промежутке, то они отличаются друг от друга на постоянное слагаемое.</a:t>
                </a:r>
              </a:p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92" y="1932108"/>
                <a:ext cx="11284525" cy="5019579"/>
              </a:xfrm>
              <a:prstGeom prst="rect">
                <a:avLst/>
              </a:prstGeom>
              <a:blipFill>
                <a:blip r:embed="rId4"/>
                <a:stretch>
                  <a:fillRect t="-608" r="-8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968167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CADAA8-77CE-44B0-956C-FE15CDB0BBD4}"/>
              </a:ext>
            </a:extLst>
          </p:cNvPr>
          <p:cNvSpPr/>
          <p:nvPr/>
        </p:nvSpPr>
        <p:spPr>
          <a:xfrm>
            <a:off x="-206477" y="-314631"/>
            <a:ext cx="12634452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>
          <a:xfrm>
            <a:off x="817311" y="336733"/>
            <a:ext cx="10557375" cy="11367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</a:pP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Дифференциальное исчисление </a:t>
            </a:r>
            <a:b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000" dirty="0"/>
              <a:t>Правила Лопиталя</a:t>
            </a:r>
            <a:endParaRPr lang="ru-RU" sz="2600" dirty="0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/>
              <p:nvPr/>
            </p:nvSpPr>
            <p:spPr>
              <a:xfrm>
                <a:off x="454892" y="1932108"/>
                <a:ext cx="11284525" cy="13127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7051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b="1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Правило Лопиталя раскрытия неопределенностей вида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1800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1800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𝟎</m:t>
                        </m:r>
                      </m:num>
                      <m:den>
                        <m:r>
                          <a:rPr lang="ru-RU" sz="1800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𝟎</m:t>
                        </m:r>
                      </m:den>
                    </m:f>
                  </m:oMath>
                </a14:m>
                <a:r>
                  <a:rPr lang="ru-RU" sz="1800" b="1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 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Пусть функции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𝜑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непрерывны и дифференцируемы в окрестности точки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и обращаются в нуль в этой точке: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𝜑</m:t>
                    </m:r>
                    <m:d>
                      <m:d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 Пусть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𝜑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′(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)≠0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в окрестности точки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Если существует предел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→</m:t>
                            </m:r>
                            <m:sSub>
                              <m:sSubPr>
                                <m:ctrlP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′(</m:t>
                            </m:r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𝜑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′(</m:t>
                            </m:r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den>
                        </m:f>
                      </m:e>
                    </m:func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то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→</m:t>
                            </m:r>
                            <m:sSub>
                              <m:sSubPr>
                                <m:ctrlP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𝜑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den>
                        </m:f>
                      </m:e>
                    </m:func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→</m:t>
                            </m:r>
                            <m:sSub>
                              <m:sSubPr>
                                <m:ctrlP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′(</m:t>
                            </m:r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𝜑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′(</m:t>
                            </m:r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den>
                        </m:f>
                      </m:e>
                    </m:func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92" y="1932108"/>
                <a:ext cx="11284525" cy="1312795"/>
              </a:xfrm>
              <a:prstGeom prst="rect">
                <a:avLst/>
              </a:prstGeom>
              <a:blipFill>
                <a:blip r:embed="rId4"/>
                <a:stretch>
                  <a:fillRect b="-46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8EB61A8-6011-49D1-B9EB-4F3BF9C59C9B}"/>
                  </a:ext>
                </a:extLst>
              </p:cNvPr>
              <p:cNvSpPr txBox="1"/>
              <p:nvPr/>
            </p:nvSpPr>
            <p:spPr>
              <a:xfrm>
                <a:off x="644235" y="3738161"/>
                <a:ext cx="6317672" cy="10701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92075"/>
                <a:r>
                  <a:rPr lang="ru-RU" b="1" i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Пример</a:t>
                </a:r>
                <a:r>
                  <a:rPr lang="ru-RU" sz="1800" dirty="0">
                    <a:solidFill>
                      <a:schemeClr val="accent3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.</a:t>
                </a:r>
                <a:r>
                  <a:rPr lang="ru-RU" dirty="0"/>
                  <a:t> </a:t>
                </a:r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Найти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𝑙𝑛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den>
                        </m:f>
                      </m:e>
                    </m:func>
                  </m:oMath>
                </a14:m>
                <a:endParaRPr lang="ru-RU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2075"/>
                <a:endParaRPr lang="ru-RU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2075"/>
                <a:r>
                  <a:rPr lang="ru-RU" b="1" i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Решение.</a:t>
                </a:r>
                <a:endParaRPr lang="ru-RU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8EB61A8-6011-49D1-B9EB-4F3BF9C59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235" y="3738161"/>
                <a:ext cx="6317672" cy="1070101"/>
              </a:xfrm>
              <a:prstGeom prst="rect">
                <a:avLst/>
              </a:prstGeom>
              <a:blipFill>
                <a:blip r:embed="rId5"/>
                <a:stretch>
                  <a:fillRect b="-79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8BC8C00-4114-43A0-9F0B-BD5590D82E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311" y="4708581"/>
            <a:ext cx="5511459" cy="9163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16025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CADAA8-77CE-44B0-956C-FE15CDB0BBD4}"/>
              </a:ext>
            </a:extLst>
          </p:cNvPr>
          <p:cNvSpPr/>
          <p:nvPr/>
        </p:nvSpPr>
        <p:spPr>
          <a:xfrm>
            <a:off x="-206477" y="-314631"/>
            <a:ext cx="12634452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>
          <a:xfrm>
            <a:off x="817311" y="336733"/>
            <a:ext cx="10557375" cy="11367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</a:pP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Дифференциальное исчисление </a:t>
            </a:r>
            <a:b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000" dirty="0"/>
              <a:t>Правила Лопиталя</a:t>
            </a:r>
            <a:endParaRPr lang="ru-RU" sz="2600" dirty="0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/>
              <p:nvPr/>
            </p:nvSpPr>
            <p:spPr>
              <a:xfrm>
                <a:off x="454892" y="1932108"/>
                <a:ext cx="11284525" cy="13269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8288"/>
                <a:r>
                  <a:rPr lang="ru-RU" b="1" dirty="0">
                    <a:solidFill>
                      <a:schemeClr val="accent1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Правило Лопиталя раскрытия неопределенностей вида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b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∞</m:t>
                        </m:r>
                      </m:num>
                      <m:den>
                        <m:r>
                          <a:rPr lang="ru-RU" b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∞</m:t>
                        </m:r>
                      </m:den>
                    </m:f>
                  </m:oMath>
                </a14:m>
                <a:r>
                  <a:rPr lang="ru-RU" b="1" dirty="0">
                    <a:solidFill>
                      <a:schemeClr val="accent1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 </a:t>
                </a:r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Пусть функции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𝜑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непрерывны и дифференцируемы в окрестности точки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в этой окрестности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→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r>
                          <a:rPr lang="en-US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  <m:r>
                          <a:rPr lang="ru-RU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ru-RU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func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→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r>
                          <a:rPr lang="en-US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𝜑</m:t>
                        </m:r>
                        <m:r>
                          <a:rPr lang="ru-RU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ru-RU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func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=∞, </m:t>
                    </m:r>
                    <m:r>
                      <a:rPr lang="en-US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𝜑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′(</m:t>
                    </m:r>
                    <m:r>
                      <a:rPr lang="en-US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)≠0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 Если существует предел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→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′(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𝜑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′(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den>
                        </m:f>
                      </m:e>
                    </m:func>
                  </m:oMath>
                </a14:m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то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→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𝜑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den>
                        </m:f>
                      </m:e>
                    </m:func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→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′(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𝜑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′(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den>
                        </m:f>
                      </m:e>
                    </m:func>
                  </m:oMath>
                </a14:m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92" y="1932108"/>
                <a:ext cx="11284525" cy="13269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8EB61A8-6011-49D1-B9EB-4F3BF9C59C9B}"/>
                  </a:ext>
                </a:extLst>
              </p:cNvPr>
              <p:cNvSpPr txBox="1"/>
              <p:nvPr/>
            </p:nvSpPr>
            <p:spPr>
              <a:xfrm>
                <a:off x="634999" y="3259074"/>
                <a:ext cx="6317672" cy="9145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92075"/>
                <a:r>
                  <a:rPr lang="ru-RU" b="1" i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Пример</a:t>
                </a:r>
                <a:r>
                  <a:rPr lang="ru-RU" sz="1800" dirty="0">
                    <a:solidFill>
                      <a:schemeClr val="accent3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.</a:t>
                </a:r>
                <a:r>
                  <a:rPr lang="ru-RU" dirty="0"/>
                  <a:t> Найти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→</m:t>
                            </m:r>
                            <m:f>
                              <m:f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𝑡𝑔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 3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𝑡𝑔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 5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func>
                  </m:oMath>
                </a14:m>
                <a:r>
                  <a:rPr lang="ru-RU" dirty="0"/>
                  <a:t>.</a:t>
                </a:r>
                <a:endParaRPr lang="ru-RU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2075"/>
                <a:r>
                  <a:rPr lang="ru-RU" b="1" i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Решение.</a:t>
                </a:r>
                <a:endParaRPr lang="ru-RU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8EB61A8-6011-49D1-B9EB-4F3BF9C59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999" y="3259074"/>
                <a:ext cx="6317672" cy="914546"/>
              </a:xfrm>
              <a:prstGeom prst="rect">
                <a:avLst/>
              </a:prstGeom>
              <a:blipFill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69DC008-AA47-4205-B6A2-B3B70EE22DB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4205"/>
          <a:stretch/>
        </p:blipFill>
        <p:spPr>
          <a:xfrm>
            <a:off x="1787128" y="3870284"/>
            <a:ext cx="5840381" cy="265123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20865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CADAA8-77CE-44B0-956C-FE15CDB0BBD4}"/>
              </a:ext>
            </a:extLst>
          </p:cNvPr>
          <p:cNvSpPr/>
          <p:nvPr/>
        </p:nvSpPr>
        <p:spPr>
          <a:xfrm>
            <a:off x="-206477" y="-314631"/>
            <a:ext cx="12634452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>
          <a:xfrm>
            <a:off x="817311" y="336733"/>
            <a:ext cx="10557375" cy="11367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</a:pP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Дифференциальное исчисление </a:t>
            </a:r>
            <a:b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000" dirty="0"/>
              <a:t>Формула Тейлора</a:t>
            </a:r>
            <a:endParaRPr lang="ru-RU" sz="2600" dirty="0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/>
              <p:nvPr/>
            </p:nvSpPr>
            <p:spPr>
              <a:xfrm>
                <a:off x="454892" y="1932108"/>
                <a:ext cx="11284525" cy="3748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7051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b="1" i="1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Определение</a:t>
                </a:r>
                <a:r>
                  <a:rPr lang="ru-RU" sz="180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. </a:t>
                </a:r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Формулой Тейлора для многочлена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степени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называется формула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92" y="1932108"/>
                <a:ext cx="11284525" cy="374846"/>
              </a:xfrm>
              <a:prstGeom prst="rect">
                <a:avLst/>
              </a:prstGeom>
              <a:blipFill>
                <a:blip r:embed="rId4"/>
                <a:stretch>
                  <a:fillRect t="-8197" b="-2623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8EB61A8-6011-49D1-B9EB-4F3BF9C59C9B}"/>
                  </a:ext>
                </a:extLst>
              </p:cNvPr>
              <p:cNvSpPr txBox="1"/>
              <p:nvPr/>
            </p:nvSpPr>
            <p:spPr>
              <a:xfrm>
                <a:off x="662708" y="4049222"/>
                <a:ext cx="11076709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92075"/>
                <a:r>
                  <a:rPr lang="ru-RU" b="1" dirty="0">
                    <a:solidFill>
                      <a:schemeClr val="accent1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Теорема. </a:t>
                </a:r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Если функция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определена в некоторой окрестности точки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и имеет в ней производные до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ru-RU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+ 1)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-го порядка включительно, то для любого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из этой окрестности найдется точка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∈(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;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такая, что справедлива формула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8EB61A8-6011-49D1-B9EB-4F3BF9C59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708" y="4049222"/>
                <a:ext cx="11076709" cy="923330"/>
              </a:xfrm>
              <a:prstGeom prst="rect">
                <a:avLst/>
              </a:prstGeom>
              <a:blipFill>
                <a:blip r:embed="rId5"/>
                <a:stretch>
                  <a:fillRect t="-3289" b="-92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0595B46-83C5-4AEF-8B3B-CA47162489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4341" y="2306954"/>
            <a:ext cx="7128061" cy="153352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54295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CADAA8-77CE-44B0-956C-FE15CDB0BBD4}"/>
              </a:ext>
            </a:extLst>
          </p:cNvPr>
          <p:cNvSpPr/>
          <p:nvPr/>
        </p:nvSpPr>
        <p:spPr>
          <a:xfrm>
            <a:off x="-206477" y="-314631"/>
            <a:ext cx="12634452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>
          <a:xfrm>
            <a:off x="817311" y="336733"/>
            <a:ext cx="10557375" cy="11367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</a:pP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Дифференциальное исчисление </a:t>
            </a:r>
            <a:b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000" dirty="0"/>
              <a:t>Формула Тейлора</a:t>
            </a:r>
            <a:endParaRPr lang="ru-RU" sz="2600" dirty="0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8EB61A8-6011-49D1-B9EB-4F3BF9C59C9B}"/>
                  </a:ext>
                </a:extLst>
              </p:cNvPr>
              <p:cNvSpPr txBox="1"/>
              <p:nvPr/>
            </p:nvSpPr>
            <p:spPr>
              <a:xfrm>
                <a:off x="572394" y="3726380"/>
                <a:ext cx="11076709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/>
                  <a:t>Данная формула называется формулой Тейлора для функции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</a:t>
                </a:r>
              </a:p>
              <a:p>
                <a:endParaRPr lang="ru-RU" dirty="0"/>
              </a:p>
              <a:p>
                <a:r>
                  <a:rPr lang="ru-RU" dirty="0"/>
                  <a:t>При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u-RU" dirty="0"/>
                  <a:t> получаем частный случай формулы Тейлора – </a:t>
                </a:r>
                <a:r>
                  <a:rPr lang="ru-RU" u="sng" dirty="0">
                    <a:solidFill>
                      <a:schemeClr val="accent6">
                        <a:lumMod val="75000"/>
                      </a:schemeClr>
                    </a:solidFill>
                  </a:rPr>
                  <a:t>формулу </a:t>
                </a:r>
                <a:r>
                  <a:rPr lang="ru-RU" u="sng" dirty="0" err="1">
                    <a:solidFill>
                      <a:schemeClr val="accent6">
                        <a:lumMod val="75000"/>
                      </a:schemeClr>
                    </a:solidFill>
                  </a:rPr>
                  <a:t>Маклорена</a:t>
                </a:r>
                <a:r>
                  <a:rPr lang="ru-RU" dirty="0"/>
                  <a:t>: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8EB61A8-6011-49D1-B9EB-4F3BF9C59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394" y="3726380"/>
                <a:ext cx="11076709" cy="923330"/>
              </a:xfrm>
              <a:prstGeom prst="rect">
                <a:avLst/>
              </a:prstGeom>
              <a:blipFill>
                <a:blip r:embed="rId4"/>
                <a:stretch>
                  <a:fillRect l="-495" t="-2632" b="-986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CB136CF-87FB-4BF9-A76D-747AAE9D97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0110" y="1891175"/>
            <a:ext cx="6231775" cy="183520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9E4C1DF-32D6-4487-8A77-1F9B39FD17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2337" y="4830305"/>
            <a:ext cx="6887325" cy="7312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52636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CADAA8-77CE-44B0-956C-FE15CDB0BBD4}"/>
              </a:ext>
            </a:extLst>
          </p:cNvPr>
          <p:cNvSpPr/>
          <p:nvPr/>
        </p:nvSpPr>
        <p:spPr>
          <a:xfrm>
            <a:off x="-206477" y="-314631"/>
            <a:ext cx="12634452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>
          <a:xfrm>
            <a:off x="817311" y="336733"/>
            <a:ext cx="10557375" cy="11367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</a:pP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Дифференциальное исчисление </a:t>
            </a:r>
            <a:b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000" dirty="0"/>
              <a:t>Задачи для самостоятельного решения</a:t>
            </a:r>
            <a:endParaRPr lang="ru-RU" sz="2600" dirty="0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8EB61A8-6011-49D1-B9EB-4F3BF9C59C9B}"/>
                  </a:ext>
                </a:extLst>
              </p:cNvPr>
              <p:cNvSpPr txBox="1"/>
              <p:nvPr/>
            </p:nvSpPr>
            <p:spPr>
              <a:xfrm>
                <a:off x="526474" y="1852161"/>
                <a:ext cx="11122630" cy="42407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8288"/>
                <a:r>
                  <a:rPr lang="ru-RU" b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1. 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При каком значении </a:t>
                </a:r>
                <a14:m>
                  <m:oMath xmlns:m="http://schemas.openxmlformats.org/officeDocument/2006/math">
                    <m:r>
                      <a:rPr lang="ru-RU" dirty="0">
                        <a:latin typeface="Cambria Math" panose="02040503050406030204" pitchFamily="18" charset="0"/>
                      </a:rPr>
                      <m:t>а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 функция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−3|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 имеет производную в точке </a:t>
                </a:r>
                <a14:m>
                  <m:oMath xmlns:m="http://schemas.openxmlformats.org/officeDocument/2006/math">
                    <m:r>
                      <a:rPr lang="ru-RU" dirty="0">
                        <a:latin typeface="Cambria Math" panose="02040503050406030204" pitchFamily="18" charset="0"/>
                      </a:rPr>
                      <m:t>х=0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?</a:t>
                </a: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68288" algn="r"/>
                <a:r>
                  <a:rPr lang="en-US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=±1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lang="ru-RU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68288"/>
                <a:r>
                  <a:rPr lang="ru-RU" b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2. 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Найти все многочлены </a:t>
                </a:r>
                <a14:m>
                  <m:oMath xmlns:m="http://schemas.openxmlformats.org/officeDocument/2006/math">
                    <m:r>
                      <a:rPr lang="ru-RU" dirty="0">
                        <a:latin typeface="Cambria Math" panose="02040503050406030204" pitchFamily="18" charset="0"/>
                      </a:rPr>
                      <m:t>Р(х)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для которых </a:t>
                </a:r>
                <a14:m>
                  <m:oMath xmlns:m="http://schemas.openxmlformats.org/officeDocument/2006/math">
                    <m:r>
                      <a:rPr lang="ru-RU" dirty="0">
                        <a:latin typeface="Cambria Math" panose="02040503050406030204" pitchFamily="18" charset="0"/>
                      </a:rPr>
                      <m:t>Р(Р’(х))=Р’(Р(х))=1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68288" algn="r"/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lang="ru-RU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68288"/>
                <a:r>
                  <a:rPr lang="ru-RU" b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3.</a:t>
                </a:r>
                <a:r>
                  <a:rPr lang="en-US" b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Пусть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𝑏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и для некоторых положительных чисел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выполнено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Найти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268288" algn="r"/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lang="ru-RU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68288"/>
                <a:r>
                  <a:rPr lang="ru-RU" b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4. 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Многочлен ненулевой степени </a:t>
                </a:r>
                <a14:m>
                  <m:oMath xmlns:m="http://schemas.openxmlformats.org/officeDocument/2006/math">
                    <m:r>
                      <a:rPr lang="ru-RU" dirty="0">
                        <a:latin typeface="Cambria Math" panose="02040503050406030204" pitchFamily="18" charset="0"/>
                      </a:rPr>
                      <m:t>Р(х)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 удовлетворяет соотношению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′′(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 Найти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наименьшее значение </a:t>
                </a:r>
                <a14:m>
                  <m:oMath xmlns:m="http://schemas.openxmlformats.org/officeDocument/2006/math">
                    <m:r>
                      <a:rPr lang="ru-RU" dirty="0">
                        <a:latin typeface="Cambria Math" panose="02040503050406030204" pitchFamily="18" charset="0"/>
                      </a:rPr>
                      <m:t>Р(х)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268288" algn="r"/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наим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lang="ru-RU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68288"/>
                <a:r>
                  <a:rPr lang="ru-RU" b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5. 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Известно, что производные функций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, 56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 в точке </a:t>
                </a:r>
                <a14:m>
                  <m:oMath xmlns:m="http://schemas.openxmlformats.org/officeDocument/2006/math">
                    <m:r>
                      <a:rPr lang="ru-RU" dirty="0">
                        <a:latin typeface="Cambria Math" panose="02040503050406030204" pitchFamily="18" charset="0"/>
                      </a:rPr>
                      <m:t>х = 2018 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равны между собой и не равны нулю.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Найти наибольшее возможное значение величины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(2018)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268288" algn="r"/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наиб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=14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lang="ru-RU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8EB61A8-6011-49D1-B9EB-4F3BF9C59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474" y="1852161"/>
                <a:ext cx="11122630" cy="4240713"/>
              </a:xfrm>
              <a:prstGeom prst="rect">
                <a:avLst/>
              </a:prstGeom>
              <a:blipFill>
                <a:blip r:embed="rId4"/>
                <a:stretch>
                  <a:fillRect t="-719" r="-493" b="-143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3694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CADAA8-77CE-44B0-956C-FE15CDB0BBD4}"/>
              </a:ext>
            </a:extLst>
          </p:cNvPr>
          <p:cNvSpPr/>
          <p:nvPr/>
        </p:nvSpPr>
        <p:spPr>
          <a:xfrm>
            <a:off x="-206477" y="-314631"/>
            <a:ext cx="12634452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>
          <a:xfrm>
            <a:off x="817311" y="336733"/>
            <a:ext cx="10557375" cy="11367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</a:pP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Дифференциальное исчисление </a:t>
            </a:r>
            <a:b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000" dirty="0"/>
              <a:t>Задачи для самостоятельного решения</a:t>
            </a:r>
            <a:endParaRPr lang="ru-RU" sz="2600" dirty="0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8EB61A8-6011-49D1-B9EB-4F3BF9C59C9B}"/>
                  </a:ext>
                </a:extLst>
              </p:cNvPr>
              <p:cNvSpPr txBox="1"/>
              <p:nvPr/>
            </p:nvSpPr>
            <p:spPr>
              <a:xfrm>
                <a:off x="526474" y="1852161"/>
                <a:ext cx="11122630" cy="44220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8288"/>
                <a:r>
                  <a:rPr lang="en-US" b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6</a:t>
                </a:r>
                <a:r>
                  <a:rPr lang="ru-RU" b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Дана функция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Найти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</m:d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268288" algn="r"/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(100)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1∗3∗5∗…∗197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100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∗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399−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(1−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100</m:t>
                            </m:r>
                          </m:sup>
                        </m:sSup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</a:p>
              <a:p>
                <a:pPr marL="268288"/>
                <a:r>
                  <a:rPr lang="en-US" b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7</a:t>
                </a:r>
                <a:r>
                  <a:rPr lang="ru-RU" b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Дана функция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Найти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</m:d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268288" algn="r"/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(100)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=9900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+100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lang="ru-RU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68288"/>
                <a:r>
                  <a:rPr lang="en-US" b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8</a:t>
                </a:r>
                <a:r>
                  <a:rPr lang="ru-RU" b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Вторая производная некоторой функции равна разности ее первой производной и самой функции. Найти отношение этой функции и ее 2019-ой производной.</a:t>
                </a: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68288" algn="r"/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−1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lang="ru-RU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68288"/>
                <a:r>
                  <a:rPr lang="en-US" b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9</a:t>
                </a:r>
                <a:r>
                  <a:rPr lang="ru-RU" b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Вычислить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268288" algn="r"/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7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2018</m:t>
                        </m:r>
                      </m:sup>
                    </m:sSup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sin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7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sin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5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2018</m:t>
                        </m:r>
                      </m:sup>
                    </m:sSup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sin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5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3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2018</m:t>
                        </m:r>
                      </m:sup>
                    </m:sSup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sin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3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lang="ru-RU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68288"/>
                <a:r>
                  <a:rPr lang="en-US" b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10</a:t>
                </a:r>
                <a:r>
                  <a:rPr lang="ru-RU" b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Найти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2016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в точке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от функции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268288" algn="r"/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2016!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672!</m:t>
                        </m:r>
                      </m:den>
                    </m:f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lang="ru-RU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68288"/>
                <a:r>
                  <a:rPr lang="en-US" b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11</a:t>
                </a:r>
                <a:r>
                  <a:rPr lang="ru-RU" b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Вычислить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2018</m:t>
                            </m:r>
                          </m:sup>
                        </m:sSup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(2019)</m:t>
                        </m:r>
                      </m:sup>
                    </m:sSup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endParaRPr lang="ru-RU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68288" algn="r"/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2018!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lang="ru-RU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8EB61A8-6011-49D1-B9EB-4F3BF9C59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474" y="1852161"/>
                <a:ext cx="11122630" cy="4422044"/>
              </a:xfrm>
              <a:prstGeom prst="rect">
                <a:avLst/>
              </a:prstGeom>
              <a:blipFill>
                <a:blip r:embed="rId4"/>
                <a:stretch>
                  <a:fillRect r="-49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585936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2385175-B234-45A5-B028-DEF4494F537B}"/>
              </a:ext>
            </a:extLst>
          </p:cNvPr>
          <p:cNvSpPr/>
          <p:nvPr/>
        </p:nvSpPr>
        <p:spPr>
          <a:xfrm>
            <a:off x="-285135" y="-314631"/>
            <a:ext cx="12713110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>
          <a:xfrm>
            <a:off x="817312" y="727359"/>
            <a:ext cx="10557375" cy="854317"/>
          </a:xfrm>
        </p:spPr>
        <p:txBody>
          <a:bodyPr/>
          <a:lstStyle/>
          <a:p>
            <a:r>
              <a:rPr lang="ru-RU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Дифференциальное исчисление</a:t>
            </a:r>
            <a:endParaRPr lang="ru-RU" sz="3600" dirty="0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3" name="Управляющая кнопка: &quot;Пустой&quot; 32">
            <a:hlinkClick r:id="rId4" action="ppaction://hlinksldjump"/>
            <a:extLst>
              <a:ext uri="{FF2B5EF4-FFF2-40B4-BE49-F238E27FC236}">
                <a16:creationId xmlns:a16="http://schemas.microsoft.com/office/drawing/2014/main" id="{C78E7499-E82C-4CE2-86AD-5D798B868768}"/>
              </a:ext>
            </a:extLst>
          </p:cNvPr>
          <p:cNvSpPr/>
          <p:nvPr/>
        </p:nvSpPr>
        <p:spPr>
          <a:xfrm>
            <a:off x="1028234" y="2137206"/>
            <a:ext cx="4729018" cy="782317"/>
          </a:xfrm>
          <a:prstGeom prst="actionButtonBlank">
            <a:avLst/>
          </a:prstGeom>
          <a:solidFill>
            <a:schemeClr val="tx2">
              <a:lumMod val="5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1 задание</a:t>
            </a:r>
          </a:p>
        </p:txBody>
      </p:sp>
      <p:sp>
        <p:nvSpPr>
          <p:cNvPr id="6" name="Управляющая кнопка: &quot;Пустой&quot; 5">
            <a:hlinkClick r:id="rId5" action="ppaction://hlinksldjump"/>
            <a:extLst>
              <a:ext uri="{FF2B5EF4-FFF2-40B4-BE49-F238E27FC236}">
                <a16:creationId xmlns:a16="http://schemas.microsoft.com/office/drawing/2014/main" id="{51B7B794-564D-4939-8402-79F5EED1E87A}"/>
              </a:ext>
            </a:extLst>
          </p:cNvPr>
          <p:cNvSpPr/>
          <p:nvPr/>
        </p:nvSpPr>
        <p:spPr>
          <a:xfrm>
            <a:off x="1028234" y="3093259"/>
            <a:ext cx="4729018" cy="782317"/>
          </a:xfrm>
          <a:prstGeom prst="actionButtonBlank">
            <a:avLst/>
          </a:prstGeom>
          <a:solidFill>
            <a:schemeClr val="tx2">
              <a:lumMod val="5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2 задание</a:t>
            </a:r>
          </a:p>
        </p:txBody>
      </p:sp>
      <p:sp>
        <p:nvSpPr>
          <p:cNvPr id="7" name="Управляющая кнопка: &quot;Пустой&quot; 6">
            <a:hlinkClick r:id="rId6" action="ppaction://hlinksldjump"/>
            <a:extLst>
              <a:ext uri="{FF2B5EF4-FFF2-40B4-BE49-F238E27FC236}">
                <a16:creationId xmlns:a16="http://schemas.microsoft.com/office/drawing/2014/main" id="{48D97250-C840-43D7-9C6F-41F84A7716E3}"/>
              </a:ext>
            </a:extLst>
          </p:cNvPr>
          <p:cNvSpPr/>
          <p:nvPr/>
        </p:nvSpPr>
        <p:spPr>
          <a:xfrm>
            <a:off x="1028234" y="4049312"/>
            <a:ext cx="4729018" cy="782317"/>
          </a:xfrm>
          <a:prstGeom prst="actionButtonBlank">
            <a:avLst/>
          </a:prstGeom>
          <a:solidFill>
            <a:schemeClr val="tx2">
              <a:lumMod val="5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3 задание</a:t>
            </a:r>
          </a:p>
        </p:txBody>
      </p:sp>
      <p:sp>
        <p:nvSpPr>
          <p:cNvPr id="8" name="Управляющая кнопка: &quot;Пустой&quot; 7">
            <a:hlinkClick r:id="rId7" action="ppaction://hlinksldjump"/>
            <a:extLst>
              <a:ext uri="{FF2B5EF4-FFF2-40B4-BE49-F238E27FC236}">
                <a16:creationId xmlns:a16="http://schemas.microsoft.com/office/drawing/2014/main" id="{4A29EAF6-3B26-481D-8E14-C815351E4CFE}"/>
              </a:ext>
            </a:extLst>
          </p:cNvPr>
          <p:cNvSpPr/>
          <p:nvPr/>
        </p:nvSpPr>
        <p:spPr>
          <a:xfrm>
            <a:off x="1028234" y="5005365"/>
            <a:ext cx="4729018" cy="782317"/>
          </a:xfrm>
          <a:prstGeom prst="actionButtonBlank">
            <a:avLst/>
          </a:prstGeom>
          <a:solidFill>
            <a:schemeClr val="tx2">
              <a:lumMod val="5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4 задание</a:t>
            </a:r>
          </a:p>
        </p:txBody>
      </p:sp>
      <p:sp>
        <p:nvSpPr>
          <p:cNvPr id="9" name="Управляющая кнопка: &quot;Пустой&quot; 8">
            <a:hlinkClick r:id="rId8" action="ppaction://hlinksldjump"/>
            <a:extLst>
              <a:ext uri="{FF2B5EF4-FFF2-40B4-BE49-F238E27FC236}">
                <a16:creationId xmlns:a16="http://schemas.microsoft.com/office/drawing/2014/main" id="{406E1A1E-B5D0-4A51-98B5-5E05E8077028}"/>
              </a:ext>
            </a:extLst>
          </p:cNvPr>
          <p:cNvSpPr/>
          <p:nvPr/>
        </p:nvSpPr>
        <p:spPr>
          <a:xfrm>
            <a:off x="6279106" y="2137206"/>
            <a:ext cx="4729018" cy="782317"/>
          </a:xfrm>
          <a:prstGeom prst="actionButtonBlank">
            <a:avLst/>
          </a:prstGeom>
          <a:solidFill>
            <a:schemeClr val="tx2">
              <a:lumMod val="5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5 задание</a:t>
            </a:r>
          </a:p>
        </p:txBody>
      </p:sp>
      <p:sp>
        <p:nvSpPr>
          <p:cNvPr id="10" name="Управляющая кнопка: &quot;Пустой&quot; 9">
            <a:hlinkClick r:id="rId9" action="ppaction://hlinksldjump"/>
            <a:extLst>
              <a:ext uri="{FF2B5EF4-FFF2-40B4-BE49-F238E27FC236}">
                <a16:creationId xmlns:a16="http://schemas.microsoft.com/office/drawing/2014/main" id="{0AC82C06-67EC-443F-8261-99B011F159F5}"/>
              </a:ext>
            </a:extLst>
          </p:cNvPr>
          <p:cNvSpPr/>
          <p:nvPr/>
        </p:nvSpPr>
        <p:spPr>
          <a:xfrm>
            <a:off x="6279106" y="3093259"/>
            <a:ext cx="4729018" cy="782317"/>
          </a:xfrm>
          <a:prstGeom prst="actionButtonBlank">
            <a:avLst/>
          </a:prstGeom>
          <a:solidFill>
            <a:schemeClr val="tx2">
              <a:lumMod val="5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6 задание</a:t>
            </a:r>
          </a:p>
        </p:txBody>
      </p:sp>
      <p:sp>
        <p:nvSpPr>
          <p:cNvPr id="11" name="Управляющая кнопка: &quot;Пустой&quot; 10">
            <a:hlinkClick r:id="rId10" action="ppaction://hlinksldjump"/>
            <a:extLst>
              <a:ext uri="{FF2B5EF4-FFF2-40B4-BE49-F238E27FC236}">
                <a16:creationId xmlns:a16="http://schemas.microsoft.com/office/drawing/2014/main" id="{36415E53-9B57-45C6-9933-2B6971D64AEB}"/>
              </a:ext>
            </a:extLst>
          </p:cNvPr>
          <p:cNvSpPr/>
          <p:nvPr/>
        </p:nvSpPr>
        <p:spPr>
          <a:xfrm>
            <a:off x="6279106" y="4049312"/>
            <a:ext cx="4729018" cy="782317"/>
          </a:xfrm>
          <a:prstGeom prst="actionButtonBlank">
            <a:avLst/>
          </a:prstGeom>
          <a:solidFill>
            <a:schemeClr val="tx2">
              <a:lumMod val="5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7 задание</a:t>
            </a:r>
          </a:p>
        </p:txBody>
      </p:sp>
      <p:sp>
        <p:nvSpPr>
          <p:cNvPr id="12" name="Управляющая кнопка: &quot;Пустой&quot; 11">
            <a:hlinkClick r:id="rId11" action="ppaction://hlinksldjump"/>
            <a:extLst>
              <a:ext uri="{FF2B5EF4-FFF2-40B4-BE49-F238E27FC236}">
                <a16:creationId xmlns:a16="http://schemas.microsoft.com/office/drawing/2014/main" id="{2BE8C81D-7D16-4902-8989-B88C939C0748}"/>
              </a:ext>
            </a:extLst>
          </p:cNvPr>
          <p:cNvSpPr/>
          <p:nvPr/>
        </p:nvSpPr>
        <p:spPr>
          <a:xfrm>
            <a:off x="6279106" y="5005365"/>
            <a:ext cx="4729018" cy="782317"/>
          </a:xfrm>
          <a:prstGeom prst="actionButtonBlank">
            <a:avLst/>
          </a:prstGeom>
          <a:solidFill>
            <a:schemeClr val="tx2">
              <a:lumMod val="5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8 задание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41652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C71C98-0A89-4A4F-9A2B-AA7129C5513D}"/>
              </a:ext>
            </a:extLst>
          </p:cNvPr>
          <p:cNvSpPr txBox="1"/>
          <p:nvPr/>
        </p:nvSpPr>
        <p:spPr>
          <a:xfrm>
            <a:off x="415636" y="2355272"/>
            <a:ext cx="5366328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fontAlgn="base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Вычислить производную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-го порядка для функции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0" name="image27.png">
            <a:extLst>
              <a:ext uri="{FF2B5EF4-FFF2-40B4-BE49-F238E27FC236}">
                <a16:creationId xmlns:a16="http://schemas.microsoft.com/office/drawing/2014/main" id="{CE32B4A0-5179-4D10-93D4-F705E24A1C6D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776915" y="2977951"/>
            <a:ext cx="2495988" cy="756360"/>
          </a:xfrm>
          <a:prstGeom prst="rect">
            <a:avLst/>
          </a:prstGeom>
          <a:ln/>
        </p:spPr>
      </p:pic>
      <p:sp>
        <p:nvSpPr>
          <p:cNvPr id="14" name="ISPRING_QUIZ_SHAPE0">
            <a:extLst>
              <a:ext uri="{FF2B5EF4-FFF2-40B4-BE49-F238E27FC236}">
                <a16:creationId xmlns:a16="http://schemas.microsoft.com/office/drawing/2014/main" id="{5BE1DE2D-03F2-4D40-B1F2-8E9DD5FEAE5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innerShdw>
              <a:scrgbClr r="0" g="0" b="0">
                <a:alpha val="0"/>
              </a:sc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9" name="ISPRING_QUIZ_SHAPE1">
            <a:extLst>
              <a:ext uri="{FF2B5EF4-FFF2-40B4-BE49-F238E27FC236}">
                <a16:creationId xmlns:a16="http://schemas.microsoft.com/office/drawing/2014/main" id="{E5446AD9-EEEB-41D5-963B-70B65F18CBAF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47570" y="1851660"/>
            <a:ext cx="7899400" cy="4445000"/>
          </a:xfrm>
          <a:prstGeom prst="rect">
            <a:avLst/>
          </a:prstGeom>
          <a:effectLst>
            <a:outerShdw blurRad="114300" dist="38100" dir="5400000" rotWithShape="0">
              <a:scrgbClr r="0" g="0" b="0">
                <a:alpha val="20000"/>
              </a:scrgbClr>
            </a:outerShdw>
          </a:effectLst>
        </p:spPr>
      </p:pic>
      <p:sp>
        <p:nvSpPr>
          <p:cNvPr id="20" name="ISPRING_QUIZ_SHAPE2">
            <a:extLst>
              <a:ext uri="{FF2B5EF4-FFF2-40B4-BE49-F238E27FC236}">
                <a16:creationId xmlns:a16="http://schemas.microsoft.com/office/drawing/2014/main" id="{0B958CA8-C0CF-4D98-8026-4A6CD7D13929}"/>
              </a:ext>
            </a:extLst>
          </p:cNvPr>
          <p:cNvSpPr txBox="1"/>
          <p:nvPr/>
        </p:nvSpPr>
        <p:spPr>
          <a:xfrm>
            <a:off x="731520" y="411480"/>
            <a:ext cx="10728960" cy="553998"/>
          </a:xfrm>
          <a:prstGeom prst="rect">
            <a:avLst/>
          </a:prstGeom>
          <a:noFill/>
          <a:effectLst>
            <a:innerShdw>
              <a:scrgbClr r="0" g="0" b="0">
                <a:alpha val="0"/>
              </a:scrgbClr>
            </a:innerShdw>
          </a:effectLst>
        </p:spPr>
        <p:txBody>
          <a:bodyPr vert="horz" rtlCol="0">
            <a:spAutoFit/>
          </a:bodyPr>
          <a:lstStyle/>
          <a:p>
            <a:pPr algn="ctr"/>
            <a:r>
              <a:rPr lang="ru-RU" sz="30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   Тест</a:t>
            </a:r>
          </a:p>
        </p:txBody>
      </p:sp>
      <p:pic>
        <p:nvPicPr>
          <p:cNvPr id="22" name="ISPRING_QUIZ_SHAPE3">
            <a:extLst>
              <a:ext uri="{FF2B5EF4-FFF2-40B4-BE49-F238E27FC236}">
                <a16:creationId xmlns:a16="http://schemas.microsoft.com/office/drawing/2014/main" id="{C712DFFA-7156-43D6-9A67-8828939BFD2E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95923" y="482600"/>
            <a:ext cx="406400" cy="406400"/>
          </a:xfrm>
          <a:prstGeom prst="rect">
            <a:avLst/>
          </a:prstGeom>
          <a:effectLst>
            <a:innerShdw>
              <a:scrgbClr r="0" g="0" b="0">
                <a:alpha val="0"/>
              </a:scrgbClr>
            </a:innerShdw>
          </a:effectLst>
        </p:spPr>
      </p:pic>
      <p:sp>
        <p:nvSpPr>
          <p:cNvPr id="23" name="ISPRING_QUIZ_SHAPE4">
            <a:extLst>
              <a:ext uri="{FF2B5EF4-FFF2-40B4-BE49-F238E27FC236}">
                <a16:creationId xmlns:a16="http://schemas.microsoft.com/office/drawing/2014/main" id="{CCD281AF-BD16-4C7B-A96F-EE57B9864287}"/>
              </a:ext>
            </a:extLst>
          </p:cNvPr>
          <p:cNvSpPr txBox="1"/>
          <p:nvPr/>
        </p:nvSpPr>
        <p:spPr>
          <a:xfrm>
            <a:off x="731520" y="1097280"/>
            <a:ext cx="10728960" cy="430887"/>
          </a:xfrm>
          <a:prstGeom prst="rect">
            <a:avLst/>
          </a:prstGeom>
          <a:noFill/>
          <a:effectLst>
            <a:innerShdw>
              <a:scrgbClr r="0" g="0" b="0">
                <a:alpha val="0"/>
              </a:scrgbClr>
            </a:innerShdw>
          </a:effectLst>
        </p:spPr>
        <p:txBody>
          <a:bodyPr vert="horz" rtlCol="0">
            <a:spAutoFit/>
          </a:bodyPr>
          <a:lstStyle/>
          <a:p>
            <a:pPr algn="ctr"/>
            <a:r>
              <a:rPr lang="ru-RU" sz="22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Щелкните кнопку </a:t>
            </a:r>
            <a:r>
              <a:rPr lang="ru-RU" sz="2200" b="1">
                <a:solidFill>
                  <a:srgbClr val="343944"/>
                </a:solidFill>
                <a:effectLst/>
                <a:latin typeface="Segoe UI Semibold" panose="020B0702040204020203" pitchFamily="34" charset="0"/>
              </a:rPr>
              <a:t>Тест</a:t>
            </a:r>
            <a:r>
              <a:rPr lang="ru-RU" sz="22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 для редактирования этого теста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12805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C71C98-0A89-4A4F-9A2B-AA7129C5513D}"/>
              </a:ext>
            </a:extLst>
          </p:cNvPr>
          <p:cNvSpPr txBox="1"/>
          <p:nvPr/>
        </p:nvSpPr>
        <p:spPr>
          <a:xfrm>
            <a:off x="415636" y="2355272"/>
            <a:ext cx="5366328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fontAlgn="base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Вычислить производную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-го порядка для функции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0" name="image27.png">
            <a:extLst>
              <a:ext uri="{FF2B5EF4-FFF2-40B4-BE49-F238E27FC236}">
                <a16:creationId xmlns:a16="http://schemas.microsoft.com/office/drawing/2014/main" id="{CE32B4A0-5179-4D10-93D4-F705E24A1C6D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776915" y="2977951"/>
            <a:ext cx="2495988" cy="756360"/>
          </a:xfrm>
          <a:prstGeom prst="rect">
            <a:avLst/>
          </a:prstGeom>
          <a:ln/>
        </p:spPr>
      </p:pic>
      <p:sp>
        <p:nvSpPr>
          <p:cNvPr id="2" name="ISPRING_QUIZ_SHAPE0">
            <a:extLst>
              <a:ext uri="{FF2B5EF4-FFF2-40B4-BE49-F238E27FC236}">
                <a16:creationId xmlns:a16="http://schemas.microsoft.com/office/drawing/2014/main" id="{09815BC5-A94D-47B5-AA7C-9684CD10493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innerShdw>
              <a:scrgbClr r="0" g="0" b="0">
                <a:alpha val="0"/>
              </a:sc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ISPRING_QUIZ_SHAPE1">
            <a:extLst>
              <a:ext uri="{FF2B5EF4-FFF2-40B4-BE49-F238E27FC236}">
                <a16:creationId xmlns:a16="http://schemas.microsoft.com/office/drawing/2014/main" id="{E5756A67-B634-4591-AB8C-FF9F7AF2A68D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47570" y="1851660"/>
            <a:ext cx="7899400" cy="4445000"/>
          </a:xfrm>
          <a:prstGeom prst="rect">
            <a:avLst/>
          </a:prstGeom>
          <a:effectLst>
            <a:outerShdw blurRad="114300" dist="38100" dir="5400000" rotWithShape="0">
              <a:scrgbClr r="0" g="0" b="0">
                <a:alpha val="20000"/>
              </a:scrgbClr>
            </a:outerShdw>
          </a:effectLst>
        </p:spPr>
      </p:pic>
      <p:sp>
        <p:nvSpPr>
          <p:cNvPr id="5" name="ISPRING_QUIZ_SHAPE2">
            <a:extLst>
              <a:ext uri="{FF2B5EF4-FFF2-40B4-BE49-F238E27FC236}">
                <a16:creationId xmlns:a16="http://schemas.microsoft.com/office/drawing/2014/main" id="{D791CF3A-5C10-411E-9803-DC3CCC5E6470}"/>
              </a:ext>
            </a:extLst>
          </p:cNvPr>
          <p:cNvSpPr txBox="1"/>
          <p:nvPr/>
        </p:nvSpPr>
        <p:spPr>
          <a:xfrm>
            <a:off x="731520" y="411480"/>
            <a:ext cx="10728960" cy="553998"/>
          </a:xfrm>
          <a:prstGeom prst="rect">
            <a:avLst/>
          </a:prstGeom>
          <a:noFill/>
          <a:effectLst>
            <a:innerShdw>
              <a:scrgbClr r="0" g="0" b="0">
                <a:alpha val="0"/>
              </a:scrgbClr>
            </a:innerShdw>
          </a:effectLst>
        </p:spPr>
        <p:txBody>
          <a:bodyPr vert="horz" rtlCol="0">
            <a:spAutoFit/>
          </a:bodyPr>
          <a:lstStyle/>
          <a:p>
            <a:pPr algn="ctr"/>
            <a:r>
              <a:rPr lang="ru-RU" sz="30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   Тест</a:t>
            </a:r>
          </a:p>
        </p:txBody>
      </p:sp>
      <p:pic>
        <p:nvPicPr>
          <p:cNvPr id="7" name="ISPRING_QUIZ_SHAPE3">
            <a:extLst>
              <a:ext uri="{FF2B5EF4-FFF2-40B4-BE49-F238E27FC236}">
                <a16:creationId xmlns:a16="http://schemas.microsoft.com/office/drawing/2014/main" id="{B237CDC5-3170-49ED-93D3-28793086782B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95923" y="482600"/>
            <a:ext cx="406400" cy="406400"/>
          </a:xfrm>
          <a:prstGeom prst="rect">
            <a:avLst/>
          </a:prstGeom>
          <a:effectLst>
            <a:innerShdw>
              <a:scrgbClr r="0" g="0" b="0">
                <a:alpha val="0"/>
              </a:scrgbClr>
            </a:innerShdw>
          </a:effectLst>
        </p:spPr>
      </p:pic>
      <p:sp>
        <p:nvSpPr>
          <p:cNvPr id="8" name="ISPRING_QUIZ_SHAPE4">
            <a:extLst>
              <a:ext uri="{FF2B5EF4-FFF2-40B4-BE49-F238E27FC236}">
                <a16:creationId xmlns:a16="http://schemas.microsoft.com/office/drawing/2014/main" id="{3BD0FE56-227D-4EFC-85A4-DDEDF95F2397}"/>
              </a:ext>
            </a:extLst>
          </p:cNvPr>
          <p:cNvSpPr txBox="1"/>
          <p:nvPr/>
        </p:nvSpPr>
        <p:spPr>
          <a:xfrm>
            <a:off x="731520" y="1097280"/>
            <a:ext cx="10728960" cy="430887"/>
          </a:xfrm>
          <a:prstGeom prst="rect">
            <a:avLst/>
          </a:prstGeom>
          <a:noFill/>
          <a:effectLst>
            <a:innerShdw>
              <a:scrgbClr r="0" g="0" b="0">
                <a:alpha val="0"/>
              </a:scrgbClr>
            </a:innerShdw>
          </a:effectLst>
        </p:spPr>
        <p:txBody>
          <a:bodyPr vert="horz" rtlCol="0">
            <a:spAutoFit/>
          </a:bodyPr>
          <a:lstStyle/>
          <a:p>
            <a:pPr algn="ctr"/>
            <a:r>
              <a:rPr lang="ru-RU" sz="22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Щелкните кнопку </a:t>
            </a:r>
            <a:r>
              <a:rPr lang="ru-RU" sz="2200" b="1">
                <a:solidFill>
                  <a:srgbClr val="343944"/>
                </a:solidFill>
                <a:effectLst/>
                <a:latin typeface="Segoe UI Semibold" panose="020B0702040204020203" pitchFamily="34" charset="0"/>
              </a:rPr>
              <a:t>Тест</a:t>
            </a:r>
            <a:r>
              <a:rPr lang="ru-RU" sz="22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 для редактирования этого теста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60289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C71C98-0A89-4A4F-9A2B-AA7129C5513D}"/>
              </a:ext>
            </a:extLst>
          </p:cNvPr>
          <p:cNvSpPr txBox="1"/>
          <p:nvPr/>
        </p:nvSpPr>
        <p:spPr>
          <a:xfrm>
            <a:off x="415636" y="2355272"/>
            <a:ext cx="5366328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fontAlgn="base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Вычислить производную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-го порядка для функции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0" name="image27.png">
            <a:extLst>
              <a:ext uri="{FF2B5EF4-FFF2-40B4-BE49-F238E27FC236}">
                <a16:creationId xmlns:a16="http://schemas.microsoft.com/office/drawing/2014/main" id="{CE32B4A0-5179-4D10-93D4-F705E24A1C6D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776915" y="2977951"/>
            <a:ext cx="2495988" cy="756360"/>
          </a:xfrm>
          <a:prstGeom prst="rect">
            <a:avLst/>
          </a:prstGeom>
          <a:ln/>
        </p:spPr>
      </p:pic>
      <p:sp>
        <p:nvSpPr>
          <p:cNvPr id="3" name="ISPRING_QUIZ_SHAPE0">
            <a:extLst>
              <a:ext uri="{FF2B5EF4-FFF2-40B4-BE49-F238E27FC236}">
                <a16:creationId xmlns:a16="http://schemas.microsoft.com/office/drawing/2014/main" id="{09914745-51D7-4D86-87AF-1496C8740D2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innerShdw>
              <a:scrgbClr r="0" g="0" b="0">
                <a:alpha val="0"/>
              </a:sc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ISPRING_QUIZ_SHAPE1">
            <a:extLst>
              <a:ext uri="{FF2B5EF4-FFF2-40B4-BE49-F238E27FC236}">
                <a16:creationId xmlns:a16="http://schemas.microsoft.com/office/drawing/2014/main" id="{E1FDA4C3-B862-4108-BDE9-70DC4E3C364D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47570" y="1851660"/>
            <a:ext cx="7899400" cy="4445000"/>
          </a:xfrm>
          <a:prstGeom prst="rect">
            <a:avLst/>
          </a:prstGeom>
          <a:effectLst>
            <a:outerShdw blurRad="114300" dist="38100" dir="5400000" rotWithShape="0">
              <a:scrgbClr r="0" g="0" b="0">
                <a:alpha val="20000"/>
              </a:scrgbClr>
            </a:outerShdw>
          </a:effectLst>
        </p:spPr>
      </p:pic>
      <p:sp>
        <p:nvSpPr>
          <p:cNvPr id="11" name="ISPRING_QUIZ_SHAPE2">
            <a:extLst>
              <a:ext uri="{FF2B5EF4-FFF2-40B4-BE49-F238E27FC236}">
                <a16:creationId xmlns:a16="http://schemas.microsoft.com/office/drawing/2014/main" id="{80E83C7A-B5AC-46C4-B266-6AFD03E25B83}"/>
              </a:ext>
            </a:extLst>
          </p:cNvPr>
          <p:cNvSpPr txBox="1"/>
          <p:nvPr/>
        </p:nvSpPr>
        <p:spPr>
          <a:xfrm>
            <a:off x="731520" y="411480"/>
            <a:ext cx="10728960" cy="553998"/>
          </a:xfrm>
          <a:prstGeom prst="rect">
            <a:avLst/>
          </a:prstGeom>
          <a:noFill/>
          <a:effectLst>
            <a:innerShdw>
              <a:scrgbClr r="0" g="0" b="0">
                <a:alpha val="0"/>
              </a:scrgbClr>
            </a:innerShdw>
          </a:effectLst>
        </p:spPr>
        <p:txBody>
          <a:bodyPr vert="horz" rtlCol="0">
            <a:spAutoFit/>
          </a:bodyPr>
          <a:lstStyle/>
          <a:p>
            <a:pPr algn="ctr"/>
            <a:r>
              <a:rPr lang="ru-RU" sz="30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   Тест</a:t>
            </a:r>
          </a:p>
        </p:txBody>
      </p:sp>
      <p:pic>
        <p:nvPicPr>
          <p:cNvPr id="14" name="ISPRING_QUIZ_SHAPE3">
            <a:extLst>
              <a:ext uri="{FF2B5EF4-FFF2-40B4-BE49-F238E27FC236}">
                <a16:creationId xmlns:a16="http://schemas.microsoft.com/office/drawing/2014/main" id="{10FF2B0D-574E-4298-B39B-47D50C22F873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95923" y="482600"/>
            <a:ext cx="406400" cy="406400"/>
          </a:xfrm>
          <a:prstGeom prst="rect">
            <a:avLst/>
          </a:prstGeom>
          <a:effectLst>
            <a:innerShdw>
              <a:scrgbClr r="0" g="0" b="0">
                <a:alpha val="0"/>
              </a:scrgbClr>
            </a:innerShdw>
          </a:effectLst>
        </p:spPr>
      </p:pic>
      <p:sp>
        <p:nvSpPr>
          <p:cNvPr id="15" name="ISPRING_QUIZ_SHAPE4">
            <a:extLst>
              <a:ext uri="{FF2B5EF4-FFF2-40B4-BE49-F238E27FC236}">
                <a16:creationId xmlns:a16="http://schemas.microsoft.com/office/drawing/2014/main" id="{3D186E87-E241-4BB3-A5A1-8676E5A1E594}"/>
              </a:ext>
            </a:extLst>
          </p:cNvPr>
          <p:cNvSpPr txBox="1"/>
          <p:nvPr/>
        </p:nvSpPr>
        <p:spPr>
          <a:xfrm>
            <a:off x="731520" y="1097280"/>
            <a:ext cx="10728960" cy="430887"/>
          </a:xfrm>
          <a:prstGeom prst="rect">
            <a:avLst/>
          </a:prstGeom>
          <a:noFill/>
          <a:effectLst>
            <a:innerShdw>
              <a:scrgbClr r="0" g="0" b="0">
                <a:alpha val="0"/>
              </a:scrgbClr>
            </a:innerShdw>
          </a:effectLst>
        </p:spPr>
        <p:txBody>
          <a:bodyPr vert="horz" rtlCol="0">
            <a:spAutoFit/>
          </a:bodyPr>
          <a:lstStyle/>
          <a:p>
            <a:pPr algn="ctr"/>
            <a:r>
              <a:rPr lang="ru-RU" sz="22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Щелкните кнопку </a:t>
            </a:r>
            <a:r>
              <a:rPr lang="ru-RU" sz="2200" b="1">
                <a:solidFill>
                  <a:srgbClr val="343944"/>
                </a:solidFill>
                <a:effectLst/>
                <a:latin typeface="Segoe UI Semibold" panose="020B0702040204020203" pitchFamily="34" charset="0"/>
              </a:rPr>
              <a:t>Тест</a:t>
            </a:r>
            <a:r>
              <a:rPr lang="ru-RU" sz="22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 для редактирования этого теста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14449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C71C98-0A89-4A4F-9A2B-AA7129C5513D}"/>
              </a:ext>
            </a:extLst>
          </p:cNvPr>
          <p:cNvSpPr txBox="1"/>
          <p:nvPr/>
        </p:nvSpPr>
        <p:spPr>
          <a:xfrm>
            <a:off x="415636" y="2355272"/>
            <a:ext cx="5366328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fontAlgn="base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Вычислить производную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-го порядка для функции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0" name="image27.png">
            <a:extLst>
              <a:ext uri="{FF2B5EF4-FFF2-40B4-BE49-F238E27FC236}">
                <a16:creationId xmlns:a16="http://schemas.microsoft.com/office/drawing/2014/main" id="{CE32B4A0-5179-4D10-93D4-F705E24A1C6D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776915" y="2977951"/>
            <a:ext cx="2495988" cy="756360"/>
          </a:xfrm>
          <a:prstGeom prst="rect">
            <a:avLst/>
          </a:prstGeom>
          <a:ln/>
        </p:spPr>
      </p:pic>
      <p:sp>
        <p:nvSpPr>
          <p:cNvPr id="3" name="ISPRING_QUIZ_SHAPE0">
            <a:extLst>
              <a:ext uri="{FF2B5EF4-FFF2-40B4-BE49-F238E27FC236}">
                <a16:creationId xmlns:a16="http://schemas.microsoft.com/office/drawing/2014/main" id="{702813C6-12D8-4561-AE71-01CA794DF7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innerShdw>
              <a:scrgbClr r="0" g="0" b="0">
                <a:alpha val="0"/>
              </a:sc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ISPRING_QUIZ_SHAPE1">
            <a:extLst>
              <a:ext uri="{FF2B5EF4-FFF2-40B4-BE49-F238E27FC236}">
                <a16:creationId xmlns:a16="http://schemas.microsoft.com/office/drawing/2014/main" id="{CA2D6EF1-F4E1-4D02-8DB9-099FBE1E916C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47570" y="1851660"/>
            <a:ext cx="7899400" cy="4445000"/>
          </a:xfrm>
          <a:prstGeom prst="rect">
            <a:avLst/>
          </a:prstGeom>
          <a:effectLst>
            <a:outerShdw blurRad="114300" dist="38100" dir="5400000" rotWithShape="0">
              <a:scrgbClr r="0" g="0" b="0">
                <a:alpha val="20000"/>
              </a:scrgbClr>
            </a:outerShdw>
          </a:effectLst>
        </p:spPr>
      </p:pic>
      <p:sp>
        <p:nvSpPr>
          <p:cNvPr id="12" name="ISPRING_QUIZ_SHAPE2">
            <a:extLst>
              <a:ext uri="{FF2B5EF4-FFF2-40B4-BE49-F238E27FC236}">
                <a16:creationId xmlns:a16="http://schemas.microsoft.com/office/drawing/2014/main" id="{49D1D4A7-9FA9-4BC5-820C-2D3EEA839341}"/>
              </a:ext>
            </a:extLst>
          </p:cNvPr>
          <p:cNvSpPr txBox="1"/>
          <p:nvPr/>
        </p:nvSpPr>
        <p:spPr>
          <a:xfrm>
            <a:off x="731520" y="411480"/>
            <a:ext cx="10728960" cy="553998"/>
          </a:xfrm>
          <a:prstGeom prst="rect">
            <a:avLst/>
          </a:prstGeom>
          <a:noFill/>
          <a:effectLst>
            <a:innerShdw>
              <a:scrgbClr r="0" g="0" b="0">
                <a:alpha val="0"/>
              </a:scrgbClr>
            </a:innerShdw>
          </a:effectLst>
        </p:spPr>
        <p:txBody>
          <a:bodyPr vert="horz" rtlCol="0">
            <a:spAutoFit/>
          </a:bodyPr>
          <a:lstStyle/>
          <a:p>
            <a:pPr algn="ctr"/>
            <a:r>
              <a:rPr lang="ru-RU" sz="30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   Тест</a:t>
            </a:r>
          </a:p>
        </p:txBody>
      </p:sp>
      <p:pic>
        <p:nvPicPr>
          <p:cNvPr id="14" name="ISPRING_QUIZ_SHAPE3">
            <a:extLst>
              <a:ext uri="{FF2B5EF4-FFF2-40B4-BE49-F238E27FC236}">
                <a16:creationId xmlns:a16="http://schemas.microsoft.com/office/drawing/2014/main" id="{6773FA5E-729B-4D2E-976D-844411815A35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95923" y="482600"/>
            <a:ext cx="406400" cy="406400"/>
          </a:xfrm>
          <a:prstGeom prst="rect">
            <a:avLst/>
          </a:prstGeom>
          <a:effectLst>
            <a:innerShdw>
              <a:scrgbClr r="0" g="0" b="0">
                <a:alpha val="0"/>
              </a:scrgbClr>
            </a:innerShdw>
          </a:effectLst>
        </p:spPr>
      </p:pic>
      <p:sp>
        <p:nvSpPr>
          <p:cNvPr id="15" name="ISPRING_QUIZ_SHAPE4">
            <a:extLst>
              <a:ext uri="{FF2B5EF4-FFF2-40B4-BE49-F238E27FC236}">
                <a16:creationId xmlns:a16="http://schemas.microsoft.com/office/drawing/2014/main" id="{BDE00A45-FE66-4529-9A43-4EB51F8FAB87}"/>
              </a:ext>
            </a:extLst>
          </p:cNvPr>
          <p:cNvSpPr txBox="1"/>
          <p:nvPr/>
        </p:nvSpPr>
        <p:spPr>
          <a:xfrm>
            <a:off x="731520" y="1097280"/>
            <a:ext cx="10728960" cy="430887"/>
          </a:xfrm>
          <a:prstGeom prst="rect">
            <a:avLst/>
          </a:prstGeom>
          <a:noFill/>
          <a:effectLst>
            <a:innerShdw>
              <a:scrgbClr r="0" g="0" b="0">
                <a:alpha val="0"/>
              </a:scrgbClr>
            </a:innerShdw>
          </a:effectLst>
        </p:spPr>
        <p:txBody>
          <a:bodyPr vert="horz" rtlCol="0">
            <a:spAutoFit/>
          </a:bodyPr>
          <a:lstStyle/>
          <a:p>
            <a:pPr algn="ctr"/>
            <a:r>
              <a:rPr lang="ru-RU" sz="2200" dirty="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Щелкните кнопку </a:t>
            </a:r>
            <a:r>
              <a:rPr lang="ru-RU" sz="2200" b="1" dirty="0">
                <a:solidFill>
                  <a:srgbClr val="343944"/>
                </a:solidFill>
                <a:effectLst/>
                <a:latin typeface="Segoe UI Semibold" panose="020B0702040204020203" pitchFamily="34" charset="0"/>
              </a:rPr>
              <a:t>Тест</a:t>
            </a:r>
            <a:r>
              <a:rPr lang="ru-RU" sz="2200" dirty="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 для редактирования этого теста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5780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C71C98-0A89-4A4F-9A2B-AA7129C5513D}"/>
              </a:ext>
            </a:extLst>
          </p:cNvPr>
          <p:cNvSpPr txBox="1"/>
          <p:nvPr/>
        </p:nvSpPr>
        <p:spPr>
          <a:xfrm>
            <a:off x="415636" y="2355272"/>
            <a:ext cx="5366328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fontAlgn="base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Вычислить производную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-го порядка для функции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0" name="image27.png">
            <a:extLst>
              <a:ext uri="{FF2B5EF4-FFF2-40B4-BE49-F238E27FC236}">
                <a16:creationId xmlns:a16="http://schemas.microsoft.com/office/drawing/2014/main" id="{CE32B4A0-5179-4D10-93D4-F705E24A1C6D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776915" y="2977951"/>
            <a:ext cx="2495988" cy="756360"/>
          </a:xfrm>
          <a:prstGeom prst="rect">
            <a:avLst/>
          </a:prstGeom>
          <a:ln/>
        </p:spPr>
      </p:pic>
      <p:sp>
        <p:nvSpPr>
          <p:cNvPr id="2" name="ISPRING_QUIZ_SHAPE0">
            <a:extLst>
              <a:ext uri="{FF2B5EF4-FFF2-40B4-BE49-F238E27FC236}">
                <a16:creationId xmlns:a16="http://schemas.microsoft.com/office/drawing/2014/main" id="{D8CCBFC7-49C2-4046-ABCA-C5EA1D86FD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innerShdw>
              <a:scrgbClr r="0" g="0" b="0">
                <a:alpha val="0"/>
              </a:sc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ISPRING_QUIZ_SHAPE1">
            <a:extLst>
              <a:ext uri="{FF2B5EF4-FFF2-40B4-BE49-F238E27FC236}">
                <a16:creationId xmlns:a16="http://schemas.microsoft.com/office/drawing/2014/main" id="{DA3CEBC7-5B97-4C87-A94C-81223ADC8356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47570" y="1851660"/>
            <a:ext cx="7899400" cy="4445000"/>
          </a:xfrm>
          <a:prstGeom prst="rect">
            <a:avLst/>
          </a:prstGeom>
          <a:effectLst>
            <a:outerShdw blurRad="114300" dist="38100" dir="5400000" rotWithShape="0">
              <a:scrgbClr r="0" g="0" b="0">
                <a:alpha val="20000"/>
              </a:scrgbClr>
            </a:outerShdw>
          </a:effectLst>
        </p:spPr>
      </p:pic>
      <p:sp>
        <p:nvSpPr>
          <p:cNvPr id="6" name="ISPRING_QUIZ_SHAPE2">
            <a:extLst>
              <a:ext uri="{FF2B5EF4-FFF2-40B4-BE49-F238E27FC236}">
                <a16:creationId xmlns:a16="http://schemas.microsoft.com/office/drawing/2014/main" id="{E77BC764-1222-46E5-82E3-AABD3A3852B7}"/>
              </a:ext>
            </a:extLst>
          </p:cNvPr>
          <p:cNvSpPr txBox="1"/>
          <p:nvPr/>
        </p:nvSpPr>
        <p:spPr>
          <a:xfrm>
            <a:off x="731520" y="411480"/>
            <a:ext cx="10728960" cy="553998"/>
          </a:xfrm>
          <a:prstGeom prst="rect">
            <a:avLst/>
          </a:prstGeom>
          <a:noFill/>
          <a:effectLst>
            <a:innerShdw>
              <a:scrgbClr r="0" g="0" b="0">
                <a:alpha val="0"/>
              </a:scrgbClr>
            </a:innerShdw>
          </a:effectLst>
        </p:spPr>
        <p:txBody>
          <a:bodyPr vert="horz" rtlCol="0">
            <a:spAutoFit/>
          </a:bodyPr>
          <a:lstStyle/>
          <a:p>
            <a:pPr algn="ctr"/>
            <a:r>
              <a:rPr lang="ru-RU" sz="30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   Тест</a:t>
            </a:r>
          </a:p>
        </p:txBody>
      </p:sp>
      <p:pic>
        <p:nvPicPr>
          <p:cNvPr id="12" name="ISPRING_QUIZ_SHAPE3">
            <a:extLst>
              <a:ext uri="{FF2B5EF4-FFF2-40B4-BE49-F238E27FC236}">
                <a16:creationId xmlns:a16="http://schemas.microsoft.com/office/drawing/2014/main" id="{0E697CDD-E446-4ED0-B598-BE327C54764E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95923" y="482600"/>
            <a:ext cx="406400" cy="406400"/>
          </a:xfrm>
          <a:prstGeom prst="rect">
            <a:avLst/>
          </a:prstGeom>
          <a:effectLst>
            <a:innerShdw>
              <a:scrgbClr r="0" g="0" b="0">
                <a:alpha val="0"/>
              </a:scrgbClr>
            </a:innerShdw>
          </a:effectLst>
        </p:spPr>
      </p:pic>
      <p:sp>
        <p:nvSpPr>
          <p:cNvPr id="13" name="ISPRING_QUIZ_SHAPE4">
            <a:extLst>
              <a:ext uri="{FF2B5EF4-FFF2-40B4-BE49-F238E27FC236}">
                <a16:creationId xmlns:a16="http://schemas.microsoft.com/office/drawing/2014/main" id="{059A97DD-9C0F-4361-BE59-626B1ABBD5DF}"/>
              </a:ext>
            </a:extLst>
          </p:cNvPr>
          <p:cNvSpPr txBox="1"/>
          <p:nvPr/>
        </p:nvSpPr>
        <p:spPr>
          <a:xfrm>
            <a:off x="731520" y="1097280"/>
            <a:ext cx="10728960" cy="430887"/>
          </a:xfrm>
          <a:prstGeom prst="rect">
            <a:avLst/>
          </a:prstGeom>
          <a:noFill/>
          <a:effectLst>
            <a:innerShdw>
              <a:scrgbClr r="0" g="0" b="0">
                <a:alpha val="0"/>
              </a:scrgbClr>
            </a:innerShdw>
          </a:effectLst>
        </p:spPr>
        <p:txBody>
          <a:bodyPr vert="horz" rtlCol="0">
            <a:spAutoFit/>
          </a:bodyPr>
          <a:lstStyle/>
          <a:p>
            <a:pPr algn="ctr"/>
            <a:r>
              <a:rPr lang="ru-RU" sz="22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Щелкните кнопку </a:t>
            </a:r>
            <a:r>
              <a:rPr lang="ru-RU" sz="2200" b="1">
                <a:solidFill>
                  <a:srgbClr val="343944"/>
                </a:solidFill>
                <a:effectLst/>
                <a:latin typeface="Segoe UI Semibold" panose="020B0702040204020203" pitchFamily="34" charset="0"/>
              </a:rPr>
              <a:t>Тест</a:t>
            </a:r>
            <a:r>
              <a:rPr lang="ru-RU" sz="22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 для редактирования этого теста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29266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C71C98-0A89-4A4F-9A2B-AA7129C5513D}"/>
              </a:ext>
            </a:extLst>
          </p:cNvPr>
          <p:cNvSpPr txBox="1"/>
          <p:nvPr/>
        </p:nvSpPr>
        <p:spPr>
          <a:xfrm>
            <a:off x="415636" y="2355272"/>
            <a:ext cx="5366328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fontAlgn="base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Вычислить производную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-го порядка для функции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0" name="image27.png">
            <a:extLst>
              <a:ext uri="{FF2B5EF4-FFF2-40B4-BE49-F238E27FC236}">
                <a16:creationId xmlns:a16="http://schemas.microsoft.com/office/drawing/2014/main" id="{CE32B4A0-5179-4D10-93D4-F705E24A1C6D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776915" y="2977951"/>
            <a:ext cx="2495988" cy="756360"/>
          </a:xfrm>
          <a:prstGeom prst="rect">
            <a:avLst/>
          </a:prstGeom>
          <a:ln/>
        </p:spPr>
      </p:pic>
      <p:sp>
        <p:nvSpPr>
          <p:cNvPr id="2" name="ISPRING_QUIZ_SHAPE0">
            <a:extLst>
              <a:ext uri="{FF2B5EF4-FFF2-40B4-BE49-F238E27FC236}">
                <a16:creationId xmlns:a16="http://schemas.microsoft.com/office/drawing/2014/main" id="{9120178C-6BFA-4646-A91A-2AF4F76A3A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innerShdw>
              <a:scrgbClr r="0" g="0" b="0">
                <a:alpha val="0"/>
              </a:sc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ISPRING_QUIZ_SHAPE1">
            <a:extLst>
              <a:ext uri="{FF2B5EF4-FFF2-40B4-BE49-F238E27FC236}">
                <a16:creationId xmlns:a16="http://schemas.microsoft.com/office/drawing/2014/main" id="{C12F8AC4-F470-44ED-ADE2-137D9795DE08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47570" y="1851660"/>
            <a:ext cx="7899400" cy="4445000"/>
          </a:xfrm>
          <a:prstGeom prst="rect">
            <a:avLst/>
          </a:prstGeom>
          <a:effectLst>
            <a:outerShdw blurRad="114300" dist="38100" dir="5400000" rotWithShape="0">
              <a:scrgbClr r="0" g="0" b="0">
                <a:alpha val="20000"/>
              </a:scrgbClr>
            </a:outerShdw>
          </a:effectLst>
        </p:spPr>
      </p:pic>
      <p:sp>
        <p:nvSpPr>
          <p:cNvPr id="6" name="ISPRING_QUIZ_SHAPE2">
            <a:extLst>
              <a:ext uri="{FF2B5EF4-FFF2-40B4-BE49-F238E27FC236}">
                <a16:creationId xmlns:a16="http://schemas.microsoft.com/office/drawing/2014/main" id="{0ABB7134-57A7-4C94-BA4A-6F9B10C57C34}"/>
              </a:ext>
            </a:extLst>
          </p:cNvPr>
          <p:cNvSpPr txBox="1"/>
          <p:nvPr/>
        </p:nvSpPr>
        <p:spPr>
          <a:xfrm>
            <a:off x="731520" y="411480"/>
            <a:ext cx="10728960" cy="553998"/>
          </a:xfrm>
          <a:prstGeom prst="rect">
            <a:avLst/>
          </a:prstGeom>
          <a:noFill/>
          <a:effectLst>
            <a:innerShdw>
              <a:scrgbClr r="0" g="0" b="0">
                <a:alpha val="0"/>
              </a:scrgbClr>
            </a:innerShdw>
          </a:effectLst>
        </p:spPr>
        <p:txBody>
          <a:bodyPr vert="horz" rtlCol="0">
            <a:spAutoFit/>
          </a:bodyPr>
          <a:lstStyle/>
          <a:p>
            <a:pPr algn="ctr"/>
            <a:r>
              <a:rPr lang="ru-RU" sz="30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   Тест</a:t>
            </a:r>
          </a:p>
        </p:txBody>
      </p:sp>
      <p:pic>
        <p:nvPicPr>
          <p:cNvPr id="8" name="ISPRING_QUIZ_SHAPE3">
            <a:extLst>
              <a:ext uri="{FF2B5EF4-FFF2-40B4-BE49-F238E27FC236}">
                <a16:creationId xmlns:a16="http://schemas.microsoft.com/office/drawing/2014/main" id="{8B7E2F10-C9B5-4145-970A-6B56CDC52B1D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95923" y="482600"/>
            <a:ext cx="406400" cy="406400"/>
          </a:xfrm>
          <a:prstGeom prst="rect">
            <a:avLst/>
          </a:prstGeom>
          <a:effectLst>
            <a:innerShdw>
              <a:scrgbClr r="0" g="0" b="0">
                <a:alpha val="0"/>
              </a:scrgbClr>
            </a:innerShdw>
          </a:effectLst>
        </p:spPr>
      </p:pic>
      <p:sp>
        <p:nvSpPr>
          <p:cNvPr id="13" name="ISPRING_QUIZ_SHAPE4">
            <a:extLst>
              <a:ext uri="{FF2B5EF4-FFF2-40B4-BE49-F238E27FC236}">
                <a16:creationId xmlns:a16="http://schemas.microsoft.com/office/drawing/2014/main" id="{1A279D56-8C02-44BE-8170-E948AB781022}"/>
              </a:ext>
            </a:extLst>
          </p:cNvPr>
          <p:cNvSpPr txBox="1"/>
          <p:nvPr/>
        </p:nvSpPr>
        <p:spPr>
          <a:xfrm>
            <a:off x="731520" y="1097280"/>
            <a:ext cx="10728960" cy="430887"/>
          </a:xfrm>
          <a:prstGeom prst="rect">
            <a:avLst/>
          </a:prstGeom>
          <a:noFill/>
          <a:effectLst>
            <a:innerShdw>
              <a:scrgbClr r="0" g="0" b="0">
                <a:alpha val="0"/>
              </a:scrgbClr>
            </a:innerShdw>
          </a:effectLst>
        </p:spPr>
        <p:txBody>
          <a:bodyPr vert="horz" rtlCol="0">
            <a:spAutoFit/>
          </a:bodyPr>
          <a:lstStyle/>
          <a:p>
            <a:pPr algn="ctr"/>
            <a:r>
              <a:rPr lang="ru-RU" sz="22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Щелкните кнопку </a:t>
            </a:r>
            <a:r>
              <a:rPr lang="ru-RU" sz="2200" b="1">
                <a:solidFill>
                  <a:srgbClr val="343944"/>
                </a:solidFill>
                <a:effectLst/>
                <a:latin typeface="Segoe UI Semibold" panose="020B0702040204020203" pitchFamily="34" charset="0"/>
              </a:rPr>
              <a:t>Тест</a:t>
            </a:r>
            <a:r>
              <a:rPr lang="ru-RU" sz="22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 для редактирования этого теста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4504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C71C98-0A89-4A4F-9A2B-AA7129C5513D}"/>
              </a:ext>
            </a:extLst>
          </p:cNvPr>
          <p:cNvSpPr txBox="1"/>
          <p:nvPr/>
        </p:nvSpPr>
        <p:spPr>
          <a:xfrm>
            <a:off x="415636" y="2355272"/>
            <a:ext cx="5366328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fontAlgn="base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Вычислить производную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-го порядка для функции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0" name="image27.png">
            <a:extLst>
              <a:ext uri="{FF2B5EF4-FFF2-40B4-BE49-F238E27FC236}">
                <a16:creationId xmlns:a16="http://schemas.microsoft.com/office/drawing/2014/main" id="{CE32B4A0-5179-4D10-93D4-F705E24A1C6D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776915" y="2977951"/>
            <a:ext cx="2495988" cy="756360"/>
          </a:xfrm>
          <a:prstGeom prst="rect">
            <a:avLst/>
          </a:prstGeom>
          <a:ln/>
        </p:spPr>
      </p:pic>
      <p:sp>
        <p:nvSpPr>
          <p:cNvPr id="2" name="ISPRING_QUIZ_SHAPE0">
            <a:extLst>
              <a:ext uri="{FF2B5EF4-FFF2-40B4-BE49-F238E27FC236}">
                <a16:creationId xmlns:a16="http://schemas.microsoft.com/office/drawing/2014/main" id="{07DEE2BF-737F-4750-B2DC-F864AFAC455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innerShdw>
              <a:scrgbClr r="0" g="0" b="0">
                <a:alpha val="0"/>
              </a:sc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ISPRING_QUIZ_SHAPE1">
            <a:extLst>
              <a:ext uri="{FF2B5EF4-FFF2-40B4-BE49-F238E27FC236}">
                <a16:creationId xmlns:a16="http://schemas.microsoft.com/office/drawing/2014/main" id="{754AE853-B38E-4112-98C2-54160694D521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47570" y="1851660"/>
            <a:ext cx="7899400" cy="4445000"/>
          </a:xfrm>
          <a:prstGeom prst="rect">
            <a:avLst/>
          </a:prstGeom>
          <a:effectLst>
            <a:outerShdw blurRad="114300" dist="38100" dir="5400000" rotWithShape="0">
              <a:scrgbClr r="0" g="0" b="0">
                <a:alpha val="20000"/>
              </a:scrgbClr>
            </a:outerShdw>
          </a:effectLst>
        </p:spPr>
      </p:pic>
      <p:sp>
        <p:nvSpPr>
          <p:cNvPr id="6" name="ISPRING_QUIZ_SHAPE2">
            <a:extLst>
              <a:ext uri="{FF2B5EF4-FFF2-40B4-BE49-F238E27FC236}">
                <a16:creationId xmlns:a16="http://schemas.microsoft.com/office/drawing/2014/main" id="{F392EA8F-4CF7-40F2-B3C3-25018046B848}"/>
              </a:ext>
            </a:extLst>
          </p:cNvPr>
          <p:cNvSpPr txBox="1"/>
          <p:nvPr/>
        </p:nvSpPr>
        <p:spPr>
          <a:xfrm>
            <a:off x="731520" y="411480"/>
            <a:ext cx="10728960" cy="553998"/>
          </a:xfrm>
          <a:prstGeom prst="rect">
            <a:avLst/>
          </a:prstGeom>
          <a:noFill/>
          <a:effectLst>
            <a:innerShdw>
              <a:scrgbClr r="0" g="0" b="0">
                <a:alpha val="0"/>
              </a:scrgbClr>
            </a:innerShdw>
          </a:effectLst>
        </p:spPr>
        <p:txBody>
          <a:bodyPr vert="horz" rtlCol="0">
            <a:spAutoFit/>
          </a:bodyPr>
          <a:lstStyle/>
          <a:p>
            <a:pPr algn="ctr"/>
            <a:r>
              <a:rPr lang="ru-RU" sz="30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   Тест</a:t>
            </a:r>
          </a:p>
        </p:txBody>
      </p:sp>
      <p:pic>
        <p:nvPicPr>
          <p:cNvPr id="8" name="ISPRING_QUIZ_SHAPE3">
            <a:extLst>
              <a:ext uri="{FF2B5EF4-FFF2-40B4-BE49-F238E27FC236}">
                <a16:creationId xmlns:a16="http://schemas.microsoft.com/office/drawing/2014/main" id="{CE29C6CA-6B0D-4463-94F5-B50A65089EE5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95923" y="482600"/>
            <a:ext cx="406400" cy="406400"/>
          </a:xfrm>
          <a:prstGeom prst="rect">
            <a:avLst/>
          </a:prstGeom>
          <a:effectLst>
            <a:innerShdw>
              <a:scrgbClr r="0" g="0" b="0">
                <a:alpha val="0"/>
              </a:scrgbClr>
            </a:innerShdw>
          </a:effectLst>
        </p:spPr>
      </p:pic>
      <p:sp>
        <p:nvSpPr>
          <p:cNvPr id="13" name="ISPRING_QUIZ_SHAPE4">
            <a:extLst>
              <a:ext uri="{FF2B5EF4-FFF2-40B4-BE49-F238E27FC236}">
                <a16:creationId xmlns:a16="http://schemas.microsoft.com/office/drawing/2014/main" id="{A9ABE036-2D5B-43A5-87BB-39239942609A}"/>
              </a:ext>
            </a:extLst>
          </p:cNvPr>
          <p:cNvSpPr txBox="1"/>
          <p:nvPr/>
        </p:nvSpPr>
        <p:spPr>
          <a:xfrm>
            <a:off x="731520" y="1097280"/>
            <a:ext cx="10728960" cy="430887"/>
          </a:xfrm>
          <a:prstGeom prst="rect">
            <a:avLst/>
          </a:prstGeom>
          <a:noFill/>
          <a:effectLst>
            <a:innerShdw>
              <a:scrgbClr r="0" g="0" b="0">
                <a:alpha val="0"/>
              </a:scrgbClr>
            </a:innerShdw>
          </a:effectLst>
        </p:spPr>
        <p:txBody>
          <a:bodyPr vert="horz" rtlCol="0">
            <a:spAutoFit/>
          </a:bodyPr>
          <a:lstStyle/>
          <a:p>
            <a:pPr algn="ctr"/>
            <a:r>
              <a:rPr lang="ru-RU" sz="22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Щелкните кнопку </a:t>
            </a:r>
            <a:r>
              <a:rPr lang="ru-RU" sz="2200" b="1">
                <a:solidFill>
                  <a:srgbClr val="343944"/>
                </a:solidFill>
                <a:effectLst/>
                <a:latin typeface="Segoe UI Semibold" panose="020B0702040204020203" pitchFamily="34" charset="0"/>
              </a:rPr>
              <a:t>Тест</a:t>
            </a:r>
            <a:r>
              <a:rPr lang="ru-RU" sz="22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 для редактирования этого теста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07792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C71C98-0A89-4A4F-9A2B-AA7129C5513D}"/>
              </a:ext>
            </a:extLst>
          </p:cNvPr>
          <p:cNvSpPr txBox="1"/>
          <p:nvPr/>
        </p:nvSpPr>
        <p:spPr>
          <a:xfrm>
            <a:off x="415636" y="2355272"/>
            <a:ext cx="5366328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fontAlgn="base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Вычислить производную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-го порядка для функции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0" name="image27.png">
            <a:extLst>
              <a:ext uri="{FF2B5EF4-FFF2-40B4-BE49-F238E27FC236}">
                <a16:creationId xmlns:a16="http://schemas.microsoft.com/office/drawing/2014/main" id="{CE32B4A0-5179-4D10-93D4-F705E24A1C6D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776915" y="2977951"/>
            <a:ext cx="2495988" cy="756360"/>
          </a:xfrm>
          <a:prstGeom prst="rect">
            <a:avLst/>
          </a:prstGeom>
          <a:ln/>
        </p:spPr>
      </p:pic>
      <p:sp>
        <p:nvSpPr>
          <p:cNvPr id="3" name="ISPRING_QUIZ_SHAPE0">
            <a:extLst>
              <a:ext uri="{FF2B5EF4-FFF2-40B4-BE49-F238E27FC236}">
                <a16:creationId xmlns:a16="http://schemas.microsoft.com/office/drawing/2014/main" id="{B8694E95-06EC-4469-95B8-EDC118828F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innerShdw>
              <a:scrgbClr r="0" g="0" b="0">
                <a:alpha val="0"/>
              </a:sc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ISPRING_QUIZ_SHAPE1">
            <a:extLst>
              <a:ext uri="{FF2B5EF4-FFF2-40B4-BE49-F238E27FC236}">
                <a16:creationId xmlns:a16="http://schemas.microsoft.com/office/drawing/2014/main" id="{189595E4-F31C-42A8-BE59-7D67A809DDAF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47570" y="1851660"/>
            <a:ext cx="7899400" cy="4445000"/>
          </a:xfrm>
          <a:prstGeom prst="rect">
            <a:avLst/>
          </a:prstGeom>
          <a:effectLst>
            <a:outerShdw blurRad="114300" dist="38100" dir="5400000" rotWithShape="0">
              <a:scrgbClr r="0" g="0" b="0">
                <a:alpha val="20000"/>
              </a:scrgbClr>
            </a:outerShdw>
          </a:effectLst>
        </p:spPr>
      </p:pic>
      <p:sp>
        <p:nvSpPr>
          <p:cNvPr id="11" name="ISPRING_QUIZ_SHAPE2">
            <a:extLst>
              <a:ext uri="{FF2B5EF4-FFF2-40B4-BE49-F238E27FC236}">
                <a16:creationId xmlns:a16="http://schemas.microsoft.com/office/drawing/2014/main" id="{550CBC3D-4F42-4D4A-98B2-C557377967E7}"/>
              </a:ext>
            </a:extLst>
          </p:cNvPr>
          <p:cNvSpPr txBox="1"/>
          <p:nvPr/>
        </p:nvSpPr>
        <p:spPr>
          <a:xfrm>
            <a:off x="731520" y="411480"/>
            <a:ext cx="10728960" cy="553998"/>
          </a:xfrm>
          <a:prstGeom prst="rect">
            <a:avLst/>
          </a:prstGeom>
          <a:noFill/>
          <a:effectLst>
            <a:innerShdw>
              <a:scrgbClr r="0" g="0" b="0">
                <a:alpha val="0"/>
              </a:scrgbClr>
            </a:innerShdw>
          </a:effectLst>
        </p:spPr>
        <p:txBody>
          <a:bodyPr vert="horz" rtlCol="0">
            <a:spAutoFit/>
          </a:bodyPr>
          <a:lstStyle/>
          <a:p>
            <a:pPr algn="ctr"/>
            <a:r>
              <a:rPr lang="ru-RU" sz="30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   Тест</a:t>
            </a:r>
          </a:p>
        </p:txBody>
      </p:sp>
      <p:pic>
        <p:nvPicPr>
          <p:cNvPr id="14" name="ISPRING_QUIZ_SHAPE3">
            <a:extLst>
              <a:ext uri="{FF2B5EF4-FFF2-40B4-BE49-F238E27FC236}">
                <a16:creationId xmlns:a16="http://schemas.microsoft.com/office/drawing/2014/main" id="{E3FED2B1-516F-49B9-943D-DD3C067CAC21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95923" y="482600"/>
            <a:ext cx="406400" cy="406400"/>
          </a:xfrm>
          <a:prstGeom prst="rect">
            <a:avLst/>
          </a:prstGeom>
          <a:effectLst>
            <a:innerShdw>
              <a:scrgbClr r="0" g="0" b="0">
                <a:alpha val="0"/>
              </a:scrgbClr>
            </a:innerShdw>
          </a:effectLst>
        </p:spPr>
      </p:pic>
      <p:sp>
        <p:nvSpPr>
          <p:cNvPr id="15" name="ISPRING_QUIZ_SHAPE4">
            <a:extLst>
              <a:ext uri="{FF2B5EF4-FFF2-40B4-BE49-F238E27FC236}">
                <a16:creationId xmlns:a16="http://schemas.microsoft.com/office/drawing/2014/main" id="{209002F0-680A-4321-BBBB-B1DD7DFEA3A9}"/>
              </a:ext>
            </a:extLst>
          </p:cNvPr>
          <p:cNvSpPr txBox="1"/>
          <p:nvPr/>
        </p:nvSpPr>
        <p:spPr>
          <a:xfrm>
            <a:off x="731520" y="1097280"/>
            <a:ext cx="10728960" cy="430887"/>
          </a:xfrm>
          <a:prstGeom prst="rect">
            <a:avLst/>
          </a:prstGeom>
          <a:noFill/>
          <a:effectLst>
            <a:innerShdw>
              <a:scrgbClr r="0" g="0" b="0">
                <a:alpha val="0"/>
              </a:scrgbClr>
            </a:innerShdw>
          </a:effectLst>
        </p:spPr>
        <p:txBody>
          <a:bodyPr vert="horz" rtlCol="0">
            <a:spAutoFit/>
          </a:bodyPr>
          <a:lstStyle/>
          <a:p>
            <a:pPr algn="ctr"/>
            <a:r>
              <a:rPr lang="ru-RU" sz="22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Щелкните кнопку </a:t>
            </a:r>
            <a:r>
              <a:rPr lang="ru-RU" sz="2200" b="1">
                <a:solidFill>
                  <a:srgbClr val="343944"/>
                </a:solidFill>
                <a:effectLst/>
                <a:latin typeface="Segoe UI Semibold" panose="020B0702040204020203" pitchFamily="34" charset="0"/>
              </a:rPr>
              <a:t>Тест</a:t>
            </a:r>
            <a:r>
              <a:rPr lang="ru-RU" sz="22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 для редактирования этого теста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98359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8AD9750-65B1-4286-ADD0-0507241859A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/>
      </p:pic>
      <p:sp>
        <p:nvSpPr>
          <p:cNvPr id="9" name="Прямоугольник  1"/>
          <p:cNvSpPr/>
          <p:nvPr/>
        </p:nvSpPr>
        <p:spPr>
          <a:xfrm>
            <a:off x="0" y="0"/>
            <a:ext cx="12192000" cy="6875756"/>
          </a:xfrm>
          <a:prstGeom prst="rect">
            <a:avLst/>
          </a:prstGeom>
          <a:solidFill>
            <a:srgbClr val="0F161D">
              <a:alpha val="7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одзаголовок  1"/>
          <p:cNvSpPr>
            <a:spLocks noGrp="1"/>
          </p:cNvSpPr>
          <p:nvPr>
            <p:ph type="subTitle" idx="1"/>
          </p:nvPr>
        </p:nvSpPr>
        <p:spPr>
          <a:xfrm>
            <a:off x="1361831" y="4458778"/>
            <a:ext cx="10711800" cy="1655762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Неопределенный интеграл, определенный  интеграл, несобственный интеграл</a:t>
            </a:r>
          </a:p>
        </p:txBody>
      </p:sp>
      <p:sp>
        <p:nvSpPr>
          <p:cNvPr id="5" name="Заголовок"/>
          <p:cNvSpPr>
            <a:spLocks noGrp="1"/>
          </p:cNvSpPr>
          <p:nvPr>
            <p:ph type="ctrTitle"/>
          </p:nvPr>
        </p:nvSpPr>
        <p:spPr>
          <a:xfrm>
            <a:off x="1330217" y="2991526"/>
            <a:ext cx="10033200" cy="1002445"/>
          </a:xfrm>
        </p:spPr>
        <p:txBody>
          <a:bodyPr anchor="t">
            <a:noAutofit/>
          </a:bodyPr>
          <a:lstStyle/>
          <a:p>
            <a:r>
              <a:rPr lang="ru-RU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Интегральное исчисление</a:t>
            </a:r>
          </a:p>
        </p:txBody>
      </p:sp>
      <p:sp>
        <p:nvSpPr>
          <p:cNvPr id="2" name="Текст  1"/>
          <p:cNvSpPr>
            <a:spLocks noGrp="1"/>
          </p:cNvSpPr>
          <p:nvPr>
            <p:ph type="body" sz="quarter" idx="10"/>
          </p:nvPr>
        </p:nvSpPr>
        <p:spPr>
          <a:xfrm>
            <a:off x="1330324" y="1556847"/>
            <a:ext cx="4814443" cy="585787"/>
          </a:xfrm>
        </p:spPr>
        <p:txBody>
          <a:bodyPr/>
          <a:lstStyle/>
          <a:p>
            <a:r>
              <a:rPr lang="ru-RU" dirty="0"/>
              <a:t>Глава 2</a:t>
            </a:r>
          </a:p>
        </p:txBody>
      </p:sp>
      <p:sp>
        <p:nvSpPr>
          <p:cNvPr id="7" name="Прямоугольник  2"/>
          <p:cNvSpPr/>
          <p:nvPr/>
        </p:nvSpPr>
        <p:spPr>
          <a:xfrm>
            <a:off x="1401613" y="2436220"/>
            <a:ext cx="4915847" cy="3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8680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B635C60-067F-422B-9560-192CE2F2A5E3}"/>
              </a:ext>
            </a:extLst>
          </p:cNvPr>
          <p:cNvSpPr/>
          <p:nvPr/>
        </p:nvSpPr>
        <p:spPr>
          <a:xfrm>
            <a:off x="-275303" y="-314631"/>
            <a:ext cx="12703278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Управляющая кнопка: &quot;Пустой&quot; 26">
            <a:hlinkClick r:id="rId4" action="ppaction://hlinksldjump"/>
            <a:extLst>
              <a:ext uri="{FF2B5EF4-FFF2-40B4-BE49-F238E27FC236}">
                <a16:creationId xmlns:a16="http://schemas.microsoft.com/office/drawing/2014/main" id="{88CE2529-EB3D-4F21-9602-33995508C40B}"/>
              </a:ext>
            </a:extLst>
          </p:cNvPr>
          <p:cNvSpPr/>
          <p:nvPr/>
        </p:nvSpPr>
        <p:spPr>
          <a:xfrm>
            <a:off x="1203725" y="2072553"/>
            <a:ext cx="4729018" cy="3693730"/>
          </a:xfrm>
          <a:prstGeom prst="actionButtonBlank">
            <a:avLst/>
          </a:prstGeom>
          <a:solidFill>
            <a:schemeClr val="tx2">
              <a:lumMod val="5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ТЕОРИЯ</a:t>
            </a:r>
          </a:p>
        </p:txBody>
      </p:sp>
      <p:sp>
        <p:nvSpPr>
          <p:cNvPr id="33" name="Управляющая кнопка: &quot;Пустой&quot; 32">
            <a:hlinkClick r:id="rId5" action="ppaction://hlinksldjump"/>
            <a:extLst>
              <a:ext uri="{FF2B5EF4-FFF2-40B4-BE49-F238E27FC236}">
                <a16:creationId xmlns:a16="http://schemas.microsoft.com/office/drawing/2014/main" id="{C78E7499-E82C-4CE2-86AD-5D798B868768}"/>
              </a:ext>
            </a:extLst>
          </p:cNvPr>
          <p:cNvSpPr/>
          <p:nvPr/>
        </p:nvSpPr>
        <p:spPr>
          <a:xfrm>
            <a:off x="6624783" y="2072552"/>
            <a:ext cx="4729018" cy="3693730"/>
          </a:xfrm>
          <a:prstGeom prst="actionButtonBlank">
            <a:avLst/>
          </a:prstGeom>
          <a:solidFill>
            <a:schemeClr val="tx2">
              <a:lumMod val="5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ПРАКТИКА</a:t>
            </a:r>
          </a:p>
        </p:txBody>
      </p:sp>
      <p:sp>
        <p:nvSpPr>
          <p:cNvPr id="9" name="Заголовок">
            <a:extLst>
              <a:ext uri="{FF2B5EF4-FFF2-40B4-BE49-F238E27FC236}">
                <a16:creationId xmlns:a16="http://schemas.microsoft.com/office/drawing/2014/main" id="{259D5434-C0E8-4B51-835B-7830FD24A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311" y="336733"/>
            <a:ext cx="10557375" cy="11367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</a:pPr>
            <a:r>
              <a:rPr lang="ru-RU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Интегральное исчисление </a:t>
            </a:r>
            <a:endParaRPr lang="ru-RU" sz="3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1860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3830FC50-A672-4A61-94A3-1A0AFA7EE99C}"/>
              </a:ext>
            </a:extLst>
          </p:cNvPr>
          <p:cNvSpPr/>
          <p:nvPr/>
        </p:nvSpPr>
        <p:spPr>
          <a:xfrm>
            <a:off x="-285135" y="-314631"/>
            <a:ext cx="12713110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Заголовок">
            <a:extLst>
              <a:ext uri="{FF2B5EF4-FFF2-40B4-BE49-F238E27FC236}">
                <a16:creationId xmlns:a16="http://schemas.microsoft.com/office/drawing/2014/main" id="{46377371-E23E-41E6-9A29-700515242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312" y="107194"/>
            <a:ext cx="10557375" cy="11367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</a:pPr>
            <a:r>
              <a:rPr lang="ru-RU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Интегральное исчисление </a:t>
            </a:r>
            <a:endParaRPr lang="ru-RU" sz="4000" dirty="0"/>
          </a:p>
        </p:txBody>
      </p:sp>
      <p:sp>
        <p:nvSpPr>
          <p:cNvPr id="19" name="Текст  6"/>
          <p:cNvSpPr>
            <a:spLocks noGrp="1"/>
          </p:cNvSpPr>
          <p:nvPr>
            <p:ph type="body" sz="quarter" idx="11"/>
          </p:nvPr>
        </p:nvSpPr>
        <p:spPr>
          <a:xfrm>
            <a:off x="1551182" y="2555814"/>
            <a:ext cx="4320000" cy="648000"/>
          </a:xfrm>
        </p:spPr>
        <p:txBody>
          <a:bodyPr>
            <a:normAutofit/>
          </a:bodyPr>
          <a:lstStyle/>
          <a:p>
            <a:pPr rtl="0">
              <a:spcBef>
                <a:spcPts val="0"/>
              </a:spcBef>
              <a:spcAft>
                <a:spcPts val="800"/>
              </a:spcAft>
            </a:pPr>
            <a:r>
              <a:rPr lang="ru-RU" sz="1600" dirty="0">
                <a:hlinkClick r:id="rId4" action="ppaction://hlinksldjump"/>
              </a:rPr>
              <a:t>Определение и свойства неопределенного интеграла</a:t>
            </a:r>
            <a:endParaRPr lang="ru-RU" sz="1600" dirty="0">
              <a:hlinkClick r:id="rId5" action="ppaction://hlinksldjump"/>
            </a:endParaRPr>
          </a:p>
        </p:txBody>
      </p:sp>
      <p:sp>
        <p:nvSpPr>
          <p:cNvPr id="2" name="Текст  6"/>
          <p:cNvSpPr txBox="1"/>
          <p:nvPr/>
        </p:nvSpPr>
        <p:spPr>
          <a:xfrm>
            <a:off x="895869" y="2528915"/>
            <a:ext cx="710729" cy="64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01</a:t>
            </a:r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1" name="Текст  6">
            <a:extLst>
              <a:ext uri="{FF2B5EF4-FFF2-40B4-BE49-F238E27FC236}">
                <a16:creationId xmlns:a16="http://schemas.microsoft.com/office/drawing/2014/main" id="{5BE6AB22-8732-4174-8B3D-34723B5A7690}"/>
              </a:ext>
            </a:extLst>
          </p:cNvPr>
          <p:cNvSpPr txBox="1">
            <a:spLocks/>
          </p:cNvSpPr>
          <p:nvPr/>
        </p:nvSpPr>
        <p:spPr>
          <a:xfrm>
            <a:off x="1551182" y="3152224"/>
            <a:ext cx="4320000" cy="64800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ru-RU" sz="1600" dirty="0">
                <a:hlinkClick r:id="rId6" action="ppaction://hlinksldjump"/>
              </a:rPr>
              <a:t>Таблица основных неопределенных интегралов</a:t>
            </a:r>
            <a:endParaRPr lang="ru-RU" dirty="0"/>
          </a:p>
        </p:txBody>
      </p:sp>
      <p:sp>
        <p:nvSpPr>
          <p:cNvPr id="32" name="Текст  6">
            <a:extLst>
              <a:ext uri="{FF2B5EF4-FFF2-40B4-BE49-F238E27FC236}">
                <a16:creationId xmlns:a16="http://schemas.microsoft.com/office/drawing/2014/main" id="{4D783942-F1AC-49C7-9A12-21A12E69B908}"/>
              </a:ext>
            </a:extLst>
          </p:cNvPr>
          <p:cNvSpPr txBox="1"/>
          <p:nvPr/>
        </p:nvSpPr>
        <p:spPr>
          <a:xfrm>
            <a:off x="895869" y="3125325"/>
            <a:ext cx="710729" cy="64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02</a:t>
            </a:r>
          </a:p>
        </p:txBody>
      </p:sp>
      <p:sp>
        <p:nvSpPr>
          <p:cNvPr id="33" name="Текст  6">
            <a:extLst>
              <a:ext uri="{FF2B5EF4-FFF2-40B4-BE49-F238E27FC236}">
                <a16:creationId xmlns:a16="http://schemas.microsoft.com/office/drawing/2014/main" id="{84A5F797-3791-4F39-8940-B529487540AF}"/>
              </a:ext>
            </a:extLst>
          </p:cNvPr>
          <p:cNvSpPr txBox="1">
            <a:spLocks/>
          </p:cNvSpPr>
          <p:nvPr/>
        </p:nvSpPr>
        <p:spPr>
          <a:xfrm>
            <a:off x="1551182" y="3830453"/>
            <a:ext cx="4320000" cy="348756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spcBef>
                <a:spcPts val="0"/>
              </a:spcBef>
              <a:spcAft>
                <a:spcPts val="800"/>
              </a:spcAft>
            </a:pPr>
            <a:r>
              <a:rPr lang="ru-RU" sz="1600" dirty="0">
                <a:hlinkClick r:id="rId7" action="ppaction://hlinksldjump"/>
              </a:rPr>
              <a:t>Основные методы интегрирования</a:t>
            </a:r>
            <a:endParaRPr lang="ru-RU" sz="1600" dirty="0"/>
          </a:p>
        </p:txBody>
      </p:sp>
      <p:sp>
        <p:nvSpPr>
          <p:cNvPr id="37" name="Текст  6">
            <a:extLst>
              <a:ext uri="{FF2B5EF4-FFF2-40B4-BE49-F238E27FC236}">
                <a16:creationId xmlns:a16="http://schemas.microsoft.com/office/drawing/2014/main" id="{0587DB8A-EF5C-43F3-A717-E41DF1A302CF}"/>
              </a:ext>
            </a:extLst>
          </p:cNvPr>
          <p:cNvSpPr txBox="1"/>
          <p:nvPr/>
        </p:nvSpPr>
        <p:spPr>
          <a:xfrm>
            <a:off x="895869" y="3712499"/>
            <a:ext cx="710729" cy="64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03</a:t>
            </a:r>
          </a:p>
        </p:txBody>
      </p:sp>
      <p:sp>
        <p:nvSpPr>
          <p:cNvPr id="42" name="Текст  6">
            <a:extLst>
              <a:ext uri="{FF2B5EF4-FFF2-40B4-BE49-F238E27FC236}">
                <a16:creationId xmlns:a16="http://schemas.microsoft.com/office/drawing/2014/main" id="{E894EF82-DCE9-4F2D-936B-36109E25B3C7}"/>
              </a:ext>
            </a:extLst>
          </p:cNvPr>
          <p:cNvSpPr txBox="1">
            <a:spLocks/>
          </p:cNvSpPr>
          <p:nvPr/>
        </p:nvSpPr>
        <p:spPr>
          <a:xfrm>
            <a:off x="7462455" y="2586039"/>
            <a:ext cx="4320000" cy="339931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ru-RU" sz="1600" dirty="0">
                <a:hlinkClick r:id="rId8" action="ppaction://hlinksldjump"/>
              </a:rPr>
              <a:t>Интегрирование рациональных функций</a:t>
            </a:r>
            <a:endParaRPr lang="ru-RU" dirty="0"/>
          </a:p>
        </p:txBody>
      </p:sp>
      <p:sp>
        <p:nvSpPr>
          <p:cNvPr id="43" name="Текст  6">
            <a:extLst>
              <a:ext uri="{FF2B5EF4-FFF2-40B4-BE49-F238E27FC236}">
                <a16:creationId xmlns:a16="http://schemas.microsoft.com/office/drawing/2014/main" id="{AB7A8059-7837-4F6D-AB6F-144E373AA0A7}"/>
              </a:ext>
            </a:extLst>
          </p:cNvPr>
          <p:cNvSpPr txBox="1"/>
          <p:nvPr/>
        </p:nvSpPr>
        <p:spPr>
          <a:xfrm>
            <a:off x="6807142" y="2476016"/>
            <a:ext cx="710729" cy="64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04</a:t>
            </a:r>
          </a:p>
        </p:txBody>
      </p:sp>
      <p:sp>
        <p:nvSpPr>
          <p:cNvPr id="44" name="Текст  6">
            <a:extLst>
              <a:ext uri="{FF2B5EF4-FFF2-40B4-BE49-F238E27FC236}">
                <a16:creationId xmlns:a16="http://schemas.microsoft.com/office/drawing/2014/main" id="{F72E5A65-A4E7-4081-B45A-EFF7D32003D9}"/>
              </a:ext>
            </a:extLst>
          </p:cNvPr>
          <p:cNvSpPr txBox="1">
            <a:spLocks/>
          </p:cNvSpPr>
          <p:nvPr/>
        </p:nvSpPr>
        <p:spPr>
          <a:xfrm>
            <a:off x="7462455" y="3099325"/>
            <a:ext cx="4320000" cy="420628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ru-RU" dirty="0">
                <a:hlinkClick r:id="rId9" action="ppaction://hlinksldjump"/>
              </a:rPr>
              <a:t>Интегрирование тригонометрических функций</a:t>
            </a:r>
            <a:endParaRPr lang="ru-RU" dirty="0"/>
          </a:p>
        </p:txBody>
      </p:sp>
      <p:sp>
        <p:nvSpPr>
          <p:cNvPr id="45" name="Текст  6">
            <a:extLst>
              <a:ext uri="{FF2B5EF4-FFF2-40B4-BE49-F238E27FC236}">
                <a16:creationId xmlns:a16="http://schemas.microsoft.com/office/drawing/2014/main" id="{EEF95C28-5DF4-4997-BCF4-EF856E9BF003}"/>
              </a:ext>
            </a:extLst>
          </p:cNvPr>
          <p:cNvSpPr txBox="1"/>
          <p:nvPr/>
        </p:nvSpPr>
        <p:spPr>
          <a:xfrm>
            <a:off x="6807142" y="3063190"/>
            <a:ext cx="710729" cy="64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05</a:t>
            </a:r>
          </a:p>
        </p:txBody>
      </p:sp>
      <p:sp>
        <p:nvSpPr>
          <p:cNvPr id="46" name="Текст  6">
            <a:extLst>
              <a:ext uri="{FF2B5EF4-FFF2-40B4-BE49-F238E27FC236}">
                <a16:creationId xmlns:a16="http://schemas.microsoft.com/office/drawing/2014/main" id="{F9BA248A-18A4-48F6-A6C6-38FD676B1519}"/>
              </a:ext>
            </a:extLst>
          </p:cNvPr>
          <p:cNvSpPr txBox="1">
            <a:spLocks/>
          </p:cNvSpPr>
          <p:nvPr/>
        </p:nvSpPr>
        <p:spPr>
          <a:xfrm>
            <a:off x="7462455" y="3760387"/>
            <a:ext cx="4320000" cy="420628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spcBef>
                <a:spcPts val="0"/>
              </a:spcBef>
              <a:spcAft>
                <a:spcPts val="800"/>
              </a:spcAft>
            </a:pPr>
            <a:r>
              <a:rPr lang="ru-RU" sz="1600" dirty="0">
                <a:hlinkClick r:id="rId10" action="ppaction://hlinksldjump"/>
              </a:rPr>
              <a:t>Интегрирование иррациональных функций</a:t>
            </a:r>
            <a:endParaRPr lang="ru-RU" sz="1600" dirty="0"/>
          </a:p>
        </p:txBody>
      </p:sp>
      <p:sp>
        <p:nvSpPr>
          <p:cNvPr id="47" name="Текст  6">
            <a:extLst>
              <a:ext uri="{FF2B5EF4-FFF2-40B4-BE49-F238E27FC236}">
                <a16:creationId xmlns:a16="http://schemas.microsoft.com/office/drawing/2014/main" id="{CFE469C7-7DB0-4B61-8939-509FDC708307}"/>
              </a:ext>
            </a:extLst>
          </p:cNvPr>
          <p:cNvSpPr txBox="1"/>
          <p:nvPr/>
        </p:nvSpPr>
        <p:spPr>
          <a:xfrm>
            <a:off x="6807142" y="3650364"/>
            <a:ext cx="710729" cy="64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06</a:t>
            </a:r>
          </a:p>
        </p:txBody>
      </p:sp>
      <p:sp>
        <p:nvSpPr>
          <p:cNvPr id="50" name="Заголовок">
            <a:extLst>
              <a:ext uri="{FF2B5EF4-FFF2-40B4-BE49-F238E27FC236}">
                <a16:creationId xmlns:a16="http://schemas.microsoft.com/office/drawing/2014/main" id="{EDE05847-1DEB-448E-A20E-81B3B9E83741}"/>
              </a:ext>
            </a:extLst>
          </p:cNvPr>
          <p:cNvSpPr txBox="1">
            <a:spLocks/>
          </p:cNvSpPr>
          <p:nvPr/>
        </p:nvSpPr>
        <p:spPr>
          <a:xfrm>
            <a:off x="1479344" y="715938"/>
            <a:ext cx="10557375" cy="113679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ru-RU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НЕОПРЕДЕЛЕННЫЙ ИНТЕГРАЛ</a:t>
            </a:r>
            <a:endParaRPr lang="ru-RU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" name="Текст  6">
            <a:extLst>
              <a:ext uri="{FF2B5EF4-FFF2-40B4-BE49-F238E27FC236}">
                <a16:creationId xmlns:a16="http://schemas.microsoft.com/office/drawing/2014/main" id="{6C1644F9-A404-472B-A712-CA42EEBB8A95}"/>
              </a:ext>
            </a:extLst>
          </p:cNvPr>
          <p:cNvSpPr txBox="1">
            <a:spLocks/>
          </p:cNvSpPr>
          <p:nvPr/>
        </p:nvSpPr>
        <p:spPr>
          <a:xfrm>
            <a:off x="4465255" y="4467295"/>
            <a:ext cx="4320000" cy="420628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800"/>
              </a:spcAft>
            </a:pPr>
            <a:r>
              <a:rPr lang="ru-RU" sz="1600" dirty="0">
                <a:hlinkClick r:id="rId11" action="ppaction://hlinksldjump"/>
              </a:rPr>
              <a:t>Задачи для самостоятельного решения</a:t>
            </a:r>
            <a:endParaRPr lang="ru-RU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" name="Текст  6">
            <a:extLst>
              <a:ext uri="{FF2B5EF4-FFF2-40B4-BE49-F238E27FC236}">
                <a16:creationId xmlns:a16="http://schemas.microsoft.com/office/drawing/2014/main" id="{B3797216-CD53-4E50-B691-0289B39016DB}"/>
              </a:ext>
            </a:extLst>
          </p:cNvPr>
          <p:cNvSpPr txBox="1"/>
          <p:nvPr/>
        </p:nvSpPr>
        <p:spPr>
          <a:xfrm>
            <a:off x="3809942" y="4357272"/>
            <a:ext cx="710729" cy="64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</a:t>
            </a:r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7</a:t>
            </a:r>
            <a:endParaRPr lang="ru-RU" sz="3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57825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E02A0F1-EB62-4DF3-AC1E-C8EECE847895}"/>
              </a:ext>
            </a:extLst>
          </p:cNvPr>
          <p:cNvSpPr/>
          <p:nvPr/>
        </p:nvSpPr>
        <p:spPr>
          <a:xfrm>
            <a:off x="-285135" y="-314631"/>
            <a:ext cx="12713110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Текст  6"/>
          <p:cNvSpPr>
            <a:spLocks noGrp="1"/>
          </p:cNvSpPr>
          <p:nvPr>
            <p:ph type="body" sz="quarter" idx="11"/>
          </p:nvPr>
        </p:nvSpPr>
        <p:spPr>
          <a:xfrm>
            <a:off x="1551182" y="3025291"/>
            <a:ext cx="4544818" cy="519454"/>
          </a:xfrm>
        </p:spPr>
        <p:txBody>
          <a:bodyPr>
            <a:noAutofit/>
          </a:bodyPr>
          <a:lstStyle/>
          <a:p>
            <a:pPr rtl="0">
              <a:spcBef>
                <a:spcPts val="0"/>
              </a:spcBef>
              <a:spcAft>
                <a:spcPts val="800"/>
              </a:spcAft>
            </a:pPr>
            <a:r>
              <a:rPr lang="ru-RU" dirty="0">
                <a:hlinkClick r:id="rId4" action="ppaction://hlinksldjump"/>
              </a:rPr>
              <a:t>Основные теоремы и свойства определенного интеграла</a:t>
            </a:r>
            <a:endParaRPr lang="ru-RU" dirty="0"/>
          </a:p>
        </p:txBody>
      </p:sp>
      <p:sp>
        <p:nvSpPr>
          <p:cNvPr id="2" name="Текст  6"/>
          <p:cNvSpPr txBox="1"/>
          <p:nvPr/>
        </p:nvSpPr>
        <p:spPr>
          <a:xfrm>
            <a:off x="895869" y="2972254"/>
            <a:ext cx="710729" cy="64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01</a:t>
            </a:r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Интегральное исчисление </a:t>
            </a:r>
            <a:endParaRPr lang="ru-RU" sz="4400" dirty="0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1" name="Текст  6">
            <a:extLst>
              <a:ext uri="{FF2B5EF4-FFF2-40B4-BE49-F238E27FC236}">
                <a16:creationId xmlns:a16="http://schemas.microsoft.com/office/drawing/2014/main" id="{5BE6AB22-8732-4174-8B3D-34723B5A7690}"/>
              </a:ext>
            </a:extLst>
          </p:cNvPr>
          <p:cNvSpPr txBox="1">
            <a:spLocks/>
          </p:cNvSpPr>
          <p:nvPr/>
        </p:nvSpPr>
        <p:spPr>
          <a:xfrm>
            <a:off x="1551182" y="3693333"/>
            <a:ext cx="4320000" cy="374743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800"/>
              </a:spcAft>
            </a:pPr>
            <a:r>
              <a:rPr lang="ru-RU" sz="1600" dirty="0">
                <a:solidFill>
                  <a:schemeClr val="tx1">
                    <a:lumMod val="65000"/>
                    <a:lumOff val="35000"/>
                  </a:schemeClr>
                </a:solidFill>
                <a:hlinkClick r:id="rId5" action="ppaction://hlinksldjump"/>
              </a:rPr>
              <a:t>Интегрирование подстановкой</a:t>
            </a:r>
            <a:endParaRPr lang="ru-RU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Текст  6">
            <a:extLst>
              <a:ext uri="{FF2B5EF4-FFF2-40B4-BE49-F238E27FC236}">
                <a16:creationId xmlns:a16="http://schemas.microsoft.com/office/drawing/2014/main" id="{4D783942-F1AC-49C7-9A12-21A12E69B908}"/>
              </a:ext>
            </a:extLst>
          </p:cNvPr>
          <p:cNvSpPr txBox="1"/>
          <p:nvPr/>
        </p:nvSpPr>
        <p:spPr>
          <a:xfrm>
            <a:off x="895869" y="3568664"/>
            <a:ext cx="710729" cy="64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02</a:t>
            </a:r>
          </a:p>
        </p:txBody>
      </p:sp>
      <p:sp>
        <p:nvSpPr>
          <p:cNvPr id="33" name="Текст  6">
            <a:extLst>
              <a:ext uri="{FF2B5EF4-FFF2-40B4-BE49-F238E27FC236}">
                <a16:creationId xmlns:a16="http://schemas.microsoft.com/office/drawing/2014/main" id="{84A5F797-3791-4F39-8940-B529487540AF}"/>
              </a:ext>
            </a:extLst>
          </p:cNvPr>
          <p:cNvSpPr txBox="1">
            <a:spLocks/>
          </p:cNvSpPr>
          <p:nvPr/>
        </p:nvSpPr>
        <p:spPr>
          <a:xfrm>
            <a:off x="1551182" y="4310130"/>
            <a:ext cx="4320000" cy="374742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spcBef>
                <a:spcPts val="0"/>
              </a:spcBef>
              <a:spcAft>
                <a:spcPts val="800"/>
              </a:spcAft>
            </a:pPr>
            <a:r>
              <a:rPr lang="ru-RU" dirty="0">
                <a:solidFill>
                  <a:schemeClr val="tx1">
                    <a:lumMod val="65000"/>
                    <a:lumOff val="35000"/>
                  </a:schemeClr>
                </a:solidFill>
                <a:hlinkClick r:id="rId6" action="ppaction://hlinksldjump"/>
              </a:rPr>
              <a:t>Интегрирование по частям</a:t>
            </a:r>
            <a:endParaRPr lang="ru-RU" dirty="0"/>
          </a:p>
        </p:txBody>
      </p:sp>
      <p:sp>
        <p:nvSpPr>
          <p:cNvPr id="37" name="Текст  6">
            <a:extLst>
              <a:ext uri="{FF2B5EF4-FFF2-40B4-BE49-F238E27FC236}">
                <a16:creationId xmlns:a16="http://schemas.microsoft.com/office/drawing/2014/main" id="{0587DB8A-EF5C-43F3-A717-E41DF1A302CF}"/>
              </a:ext>
            </a:extLst>
          </p:cNvPr>
          <p:cNvSpPr txBox="1"/>
          <p:nvPr/>
        </p:nvSpPr>
        <p:spPr>
          <a:xfrm>
            <a:off x="895869" y="4155838"/>
            <a:ext cx="710729" cy="64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03</a:t>
            </a:r>
          </a:p>
        </p:txBody>
      </p:sp>
      <p:sp>
        <p:nvSpPr>
          <p:cNvPr id="40" name="Текст  6">
            <a:extLst>
              <a:ext uri="{FF2B5EF4-FFF2-40B4-BE49-F238E27FC236}">
                <a16:creationId xmlns:a16="http://schemas.microsoft.com/office/drawing/2014/main" id="{07275B19-7B39-498E-BF83-CA8B34176E09}"/>
              </a:ext>
            </a:extLst>
          </p:cNvPr>
          <p:cNvSpPr txBox="1">
            <a:spLocks/>
          </p:cNvSpPr>
          <p:nvPr/>
        </p:nvSpPr>
        <p:spPr>
          <a:xfrm>
            <a:off x="7462455" y="3123822"/>
            <a:ext cx="4320000" cy="374743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ru-RU" sz="1600" dirty="0">
                <a:solidFill>
                  <a:schemeClr val="tx1">
                    <a:lumMod val="65000"/>
                    <a:lumOff val="35000"/>
                  </a:schemeClr>
                </a:solidFill>
                <a:hlinkClick r:id="rId7" action="ppaction://hlinksldjump"/>
              </a:rPr>
              <a:t>Интегрирование четных и нечетных функций</a:t>
            </a:r>
            <a:endParaRPr lang="ru-RU" dirty="0"/>
          </a:p>
        </p:txBody>
      </p:sp>
      <p:sp>
        <p:nvSpPr>
          <p:cNvPr id="41" name="Текст  6">
            <a:extLst>
              <a:ext uri="{FF2B5EF4-FFF2-40B4-BE49-F238E27FC236}">
                <a16:creationId xmlns:a16="http://schemas.microsoft.com/office/drawing/2014/main" id="{2388C4C5-6A36-4613-A444-9C87445A3695}"/>
              </a:ext>
            </a:extLst>
          </p:cNvPr>
          <p:cNvSpPr txBox="1"/>
          <p:nvPr/>
        </p:nvSpPr>
        <p:spPr>
          <a:xfrm>
            <a:off x="6807142" y="2999153"/>
            <a:ext cx="710729" cy="64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04</a:t>
            </a:r>
          </a:p>
        </p:txBody>
      </p:sp>
      <p:sp>
        <p:nvSpPr>
          <p:cNvPr id="42" name="Текст  6">
            <a:extLst>
              <a:ext uri="{FF2B5EF4-FFF2-40B4-BE49-F238E27FC236}">
                <a16:creationId xmlns:a16="http://schemas.microsoft.com/office/drawing/2014/main" id="{E894EF82-DCE9-4F2D-936B-36109E25B3C7}"/>
              </a:ext>
            </a:extLst>
          </p:cNvPr>
          <p:cNvSpPr txBox="1">
            <a:spLocks/>
          </p:cNvSpPr>
          <p:nvPr/>
        </p:nvSpPr>
        <p:spPr>
          <a:xfrm>
            <a:off x="7462455" y="3710996"/>
            <a:ext cx="4320000" cy="374743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800"/>
              </a:spcAft>
            </a:pPr>
            <a:r>
              <a:rPr lang="ru-RU" sz="1600" dirty="0">
                <a:solidFill>
                  <a:schemeClr val="tx1">
                    <a:lumMod val="65000"/>
                    <a:lumOff val="35000"/>
                  </a:schemeClr>
                </a:solidFill>
                <a:hlinkClick r:id="rId8" action="ppaction://hlinksldjump"/>
              </a:rPr>
              <a:t>Несобственный интеграл</a:t>
            </a:r>
            <a:endParaRPr lang="ru-RU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3" name="Текст  6">
            <a:extLst>
              <a:ext uri="{FF2B5EF4-FFF2-40B4-BE49-F238E27FC236}">
                <a16:creationId xmlns:a16="http://schemas.microsoft.com/office/drawing/2014/main" id="{AB7A8059-7837-4F6D-AB6F-144E373AA0A7}"/>
              </a:ext>
            </a:extLst>
          </p:cNvPr>
          <p:cNvSpPr txBox="1"/>
          <p:nvPr/>
        </p:nvSpPr>
        <p:spPr>
          <a:xfrm>
            <a:off x="6807142" y="3586327"/>
            <a:ext cx="710729" cy="64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05</a:t>
            </a:r>
          </a:p>
        </p:txBody>
      </p:sp>
      <p:sp>
        <p:nvSpPr>
          <p:cNvPr id="50" name="Заголовок">
            <a:extLst>
              <a:ext uri="{FF2B5EF4-FFF2-40B4-BE49-F238E27FC236}">
                <a16:creationId xmlns:a16="http://schemas.microsoft.com/office/drawing/2014/main" id="{EDE05847-1DEB-448E-A20E-81B3B9E83741}"/>
              </a:ext>
            </a:extLst>
          </p:cNvPr>
          <p:cNvSpPr txBox="1">
            <a:spLocks/>
          </p:cNvSpPr>
          <p:nvPr/>
        </p:nvSpPr>
        <p:spPr>
          <a:xfrm>
            <a:off x="1479344" y="715938"/>
            <a:ext cx="10557375" cy="113679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ru-RU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ОПРЕДЕЛЕННЫЙ ИНТЕГРАЛ</a:t>
            </a:r>
            <a:endParaRPr lang="ru-RU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Текст  6">
            <a:extLst>
              <a:ext uri="{FF2B5EF4-FFF2-40B4-BE49-F238E27FC236}">
                <a16:creationId xmlns:a16="http://schemas.microsoft.com/office/drawing/2014/main" id="{73C6565E-4692-4BE2-ACBF-CF749D23CA45}"/>
              </a:ext>
            </a:extLst>
          </p:cNvPr>
          <p:cNvSpPr txBox="1">
            <a:spLocks/>
          </p:cNvSpPr>
          <p:nvPr/>
        </p:nvSpPr>
        <p:spPr>
          <a:xfrm>
            <a:off x="7462455" y="4310130"/>
            <a:ext cx="4320000" cy="374742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800"/>
              </a:spcAft>
            </a:pPr>
            <a:r>
              <a:rPr lang="ru-RU" sz="1600" dirty="0">
                <a:hlinkClick r:id="rId9" action="ppaction://hlinksldjump"/>
              </a:rPr>
              <a:t>Задачи для самостоятельного решения</a:t>
            </a:r>
            <a:endParaRPr lang="ru-RU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" name="Текст  6">
            <a:extLst>
              <a:ext uri="{FF2B5EF4-FFF2-40B4-BE49-F238E27FC236}">
                <a16:creationId xmlns:a16="http://schemas.microsoft.com/office/drawing/2014/main" id="{AEC763D9-98D0-43FF-A7D1-1FD3D3ED5E17}"/>
              </a:ext>
            </a:extLst>
          </p:cNvPr>
          <p:cNvSpPr txBox="1"/>
          <p:nvPr/>
        </p:nvSpPr>
        <p:spPr>
          <a:xfrm>
            <a:off x="6807142" y="4155838"/>
            <a:ext cx="710729" cy="64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75380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CADAA8-77CE-44B0-956C-FE15CDB0BBD4}"/>
              </a:ext>
            </a:extLst>
          </p:cNvPr>
          <p:cNvSpPr/>
          <p:nvPr/>
        </p:nvSpPr>
        <p:spPr>
          <a:xfrm>
            <a:off x="-206477" y="-314631"/>
            <a:ext cx="12634452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>
          <a:xfrm>
            <a:off x="817311" y="336733"/>
            <a:ext cx="10557375" cy="11367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</a:pPr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Интегральное исчисление </a:t>
            </a:r>
            <a:b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000" dirty="0"/>
              <a:t>Определение и свойства неопределенного интеграла</a:t>
            </a:r>
            <a:endParaRPr lang="ru-RU" sz="2600" dirty="0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/>
              <p:nvPr/>
            </p:nvSpPr>
            <p:spPr>
              <a:xfrm>
                <a:off x="454892" y="1932108"/>
                <a:ext cx="11284525" cy="33052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b="1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Определение. 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Функция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называется </a:t>
                </a:r>
                <a:r>
                  <a:rPr lang="ru-RU" sz="1800" u="sng" dirty="0">
                    <a:solidFill>
                      <a:schemeClr val="accent6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первообразной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функции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на интервале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(а; 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если для любого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∈</m:t>
                    </m:r>
                    <m:d>
                      <m:d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;</m:t>
                        </m:r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𝑥𝑏</m:t>
                        </m:r>
                      </m:e>
                    </m:d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выполняется равенство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′(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 = 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(или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𝑑𝐹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 = 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 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𝑑𝑥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).</a:t>
                </a:r>
              </a:p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b="1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Теорема.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Если функция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является первообразной функции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на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(а; 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то множество всех первообразных для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задается формулой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𝑭</m:t>
                    </m:r>
                    <m:d>
                      <m:dPr>
                        <m:ctrlPr>
                          <a:rPr lang="ru-RU" sz="18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8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х</m:t>
                        </m:r>
                      </m:e>
                    </m:d>
                    <m:r>
                      <a:rPr lang="ru-RU" sz="1800" b="1" i="1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1800" b="1" i="1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𝑪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где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– постоянное число.</a:t>
                </a:r>
              </a:p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b="1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Определение. 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Множество всех первообразных функций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 + С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для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называется </a:t>
                </a:r>
                <a:r>
                  <a:rPr lang="ru-RU" sz="1800" u="sng" dirty="0">
                    <a:solidFill>
                      <a:schemeClr val="accent6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неопределённым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интегралом от функции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и обозначается символом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ru-RU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f</m:t>
                        </m:r>
                        <m:d>
                          <m:d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ru-RU" sz="18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ru-RU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dx</m:t>
                        </m:r>
                      </m:e>
                    </m:nary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70510">
                  <a:lnSpc>
                    <a:spcPct val="107000"/>
                  </a:lnSpc>
                  <a:spcAft>
                    <a:spcPts val="800"/>
                  </a:spcAft>
                </a:pPr>
                <a:endParaRPr lang="ru-RU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92" y="1932108"/>
                <a:ext cx="11284525" cy="3305264"/>
              </a:xfrm>
              <a:prstGeom prst="rect">
                <a:avLst/>
              </a:prstGeom>
              <a:blipFill>
                <a:blip r:embed="rId4"/>
                <a:stretch>
                  <a:fillRect t="-923" b="-118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6E9E58D-3BFE-4D10-8D12-3451F23DC33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563"/>
          <a:stretch/>
        </p:blipFill>
        <p:spPr bwMode="auto">
          <a:xfrm>
            <a:off x="4698381" y="4923512"/>
            <a:ext cx="2824736" cy="62771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69642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CADAA8-77CE-44B0-956C-FE15CDB0BBD4}"/>
              </a:ext>
            </a:extLst>
          </p:cNvPr>
          <p:cNvSpPr/>
          <p:nvPr/>
        </p:nvSpPr>
        <p:spPr>
          <a:xfrm>
            <a:off x="-206477" y="-314631"/>
            <a:ext cx="12634452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>
          <a:xfrm>
            <a:off x="817311" y="336733"/>
            <a:ext cx="10557375" cy="11367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</a:pPr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Интегральное исчисление </a:t>
            </a:r>
            <a:b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000" dirty="0"/>
              <a:t>Определение и свойства неопределенного интеграла</a:t>
            </a:r>
            <a:endParaRPr lang="ru-RU" sz="2600" dirty="0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9D6F0A-00E7-4C8C-A893-195F83976DAE}"/>
              </a:ext>
            </a:extLst>
          </p:cNvPr>
          <p:cNvSpPr txBox="1"/>
          <p:nvPr/>
        </p:nvSpPr>
        <p:spPr>
          <a:xfrm>
            <a:off x="454892" y="1932108"/>
            <a:ext cx="11284525" cy="1070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8288">
              <a:lnSpc>
                <a:spcPct val="107000"/>
              </a:lnSpc>
              <a:spcAft>
                <a:spcPts val="800"/>
              </a:spcAft>
            </a:pPr>
            <a:r>
              <a:rPr lang="ru-RU" sz="1800" b="1" dirty="0">
                <a:solidFill>
                  <a:schemeClr val="accent5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Свойства: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8288">
              <a:lnSpc>
                <a:spcPct val="107000"/>
              </a:lnSpc>
              <a:spcAft>
                <a:spcPts val="800"/>
              </a:spcAft>
            </a:pPr>
            <a:r>
              <a:rPr lang="ru-RU" sz="1800" b="1" dirty="0">
                <a:solidFill>
                  <a:schemeClr val="accent5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Дифференциал от неопределенного интеграла равен подынтегральному выражению, а производная неопределенного интеграла равна подынтегральной функции: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60453AD-4B97-42B1-8F04-F338D253F8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670" y="2960472"/>
            <a:ext cx="4766656" cy="5296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6A19C0D-76A9-4F83-A366-9D6C650BC6D5}"/>
              </a:ext>
            </a:extLst>
          </p:cNvPr>
          <p:cNvSpPr txBox="1"/>
          <p:nvPr/>
        </p:nvSpPr>
        <p:spPr>
          <a:xfrm>
            <a:off x="453733" y="3498251"/>
            <a:ext cx="11284525" cy="671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8288">
              <a:lnSpc>
                <a:spcPct val="107000"/>
              </a:lnSpc>
              <a:spcAft>
                <a:spcPts val="800"/>
              </a:spcAft>
            </a:pPr>
            <a:r>
              <a:rPr lang="ru-RU" sz="1800" b="1" dirty="0">
                <a:solidFill>
                  <a:schemeClr val="accent5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Неопределенный интеграл от дифференциала некоторой функции равен сумме этой функции и произвольной постоянной: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8D4A836-1EF0-4541-A21E-27A057FF70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1076" y="4102308"/>
            <a:ext cx="2357330" cy="58223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6BEC706-4FC7-4017-8E66-6BE63949AD26}"/>
              </a:ext>
            </a:extLst>
          </p:cNvPr>
          <p:cNvSpPr txBox="1"/>
          <p:nvPr/>
        </p:nvSpPr>
        <p:spPr>
          <a:xfrm>
            <a:off x="453732" y="4665438"/>
            <a:ext cx="11284525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8288">
              <a:lnSpc>
                <a:spcPct val="107000"/>
              </a:lnSpc>
              <a:spcAft>
                <a:spcPts val="800"/>
              </a:spcAft>
            </a:pPr>
            <a:r>
              <a:rPr lang="ru-RU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ru-RU" sz="1800" b="1" dirty="0">
                <a:solidFill>
                  <a:schemeClr val="accent5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Постоянный множитель можно выносить за знак интеграла: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EE829AA-50AA-46E1-805F-A08A1F7D81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5533" y="5064945"/>
            <a:ext cx="3808415" cy="61564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61349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CADAA8-77CE-44B0-956C-FE15CDB0BBD4}"/>
              </a:ext>
            </a:extLst>
          </p:cNvPr>
          <p:cNvSpPr/>
          <p:nvPr/>
        </p:nvSpPr>
        <p:spPr>
          <a:xfrm>
            <a:off x="-221226" y="-286922"/>
            <a:ext cx="12634452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>
          <a:xfrm>
            <a:off x="817311" y="336733"/>
            <a:ext cx="10557375" cy="11367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</a:pPr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Интегральное исчисление </a:t>
            </a:r>
            <a:b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000" dirty="0"/>
              <a:t>Определение и свойства неопределенного интеграла</a:t>
            </a:r>
            <a:endParaRPr lang="ru-RU" sz="2600" dirty="0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9D6F0A-00E7-4C8C-A893-195F83976DAE}"/>
              </a:ext>
            </a:extLst>
          </p:cNvPr>
          <p:cNvSpPr txBox="1"/>
          <p:nvPr/>
        </p:nvSpPr>
        <p:spPr>
          <a:xfrm>
            <a:off x="454892" y="1932108"/>
            <a:ext cx="112845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8288" lvl="0">
              <a:tabLst>
                <a:tab pos="268288" algn="l"/>
              </a:tabLst>
            </a:pPr>
            <a:r>
              <a:rPr lang="ru-RU" sz="1800" b="1" dirty="0">
                <a:solidFill>
                  <a:schemeClr val="accent5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</a:t>
            </a:r>
            <a:r>
              <a:rPr lang="ru-RU" dirty="0"/>
              <a:t>Неопределенный интеграл от алгебраической суммы конечного числа непрерывных функций равен алгебраической сумме интегралов от слагаемых функций: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53BE421-195C-4884-98BA-E082655E02C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201"/>
          <a:stretch/>
        </p:blipFill>
        <p:spPr bwMode="auto">
          <a:xfrm>
            <a:off x="3818877" y="2721742"/>
            <a:ext cx="4554240" cy="64633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4F9864-829B-40AF-BFFA-DAC463C560BC}"/>
                  </a:ext>
                </a:extLst>
              </p:cNvPr>
              <p:cNvSpPr txBox="1"/>
              <p:nvPr/>
            </p:nvSpPr>
            <p:spPr>
              <a:xfrm>
                <a:off x="453734" y="3489928"/>
                <a:ext cx="11284525" cy="9661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8288">
                  <a:tabLst>
                    <a:tab pos="268288" algn="l"/>
                  </a:tabLst>
                </a:pPr>
                <a:r>
                  <a:rPr lang="ru-RU" b="1" dirty="0">
                    <a:solidFill>
                      <a:schemeClr val="accent5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5</a:t>
                </a:r>
                <a:r>
                  <a:rPr lang="ru-RU" sz="1800" b="1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 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Если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ru-RU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f</m:t>
                        </m:r>
                        <m:d>
                          <m:d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ru-RU" sz="18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ru-RU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dx</m:t>
                        </m:r>
                      </m:e>
                    </m:nary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𝐹</m:t>
                    </m:r>
                    <m:d>
                      <m:d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то и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ru-RU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f</m:t>
                        </m:r>
                        <m:d>
                          <m:d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ru-RU" sz="18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u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ru-RU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du</m:t>
                        </m:r>
                      </m:e>
                    </m:nary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𝐹</m:t>
                    </m:r>
                    <m:d>
                      <m:d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𝑥𝑢</m:t>
                        </m:r>
                      </m:e>
                    </m:d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где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𝜑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– произвольная функция, имеющая непрерывную производную.</a:t>
                </a:r>
              </a:p>
              <a:p>
                <a:pPr marL="268288" lvl="0">
                  <a:tabLst>
                    <a:tab pos="268288" algn="l"/>
                  </a:tabLst>
                </a:pPr>
                <a:endParaRPr lang="ru-RU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4F9864-829B-40AF-BFFA-DAC463C560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734" y="3489928"/>
                <a:ext cx="11284525" cy="966162"/>
              </a:xfrm>
              <a:prstGeom prst="rect">
                <a:avLst/>
              </a:prstGeom>
              <a:blipFill>
                <a:blip r:embed="rId5"/>
                <a:stretch>
                  <a:fillRect t="-56604" b="-2452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698597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CADAA8-77CE-44B0-956C-FE15CDB0BBD4}"/>
              </a:ext>
            </a:extLst>
          </p:cNvPr>
          <p:cNvSpPr/>
          <p:nvPr/>
        </p:nvSpPr>
        <p:spPr>
          <a:xfrm>
            <a:off x="-206477" y="-314631"/>
            <a:ext cx="12634452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>
          <a:xfrm>
            <a:off x="817311" y="336733"/>
            <a:ext cx="10557375" cy="11367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</a:pPr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Интегральное исчисление </a:t>
            </a:r>
            <a:b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000" dirty="0"/>
              <a:t>Таблица основных неопределенных интегралов</a:t>
            </a:r>
            <a:endParaRPr lang="ru-RU" sz="2600" dirty="0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42ADD41-B03B-4085-88F5-CFA8F30812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227" y="1938276"/>
            <a:ext cx="5392882" cy="437167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7E41A50-C58D-4BA2-970B-956A672794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982" y="1938276"/>
            <a:ext cx="5217391" cy="458299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60341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CADAA8-77CE-44B0-956C-FE15CDB0BBD4}"/>
              </a:ext>
            </a:extLst>
          </p:cNvPr>
          <p:cNvSpPr/>
          <p:nvPr/>
        </p:nvSpPr>
        <p:spPr>
          <a:xfrm>
            <a:off x="-206477" y="-314631"/>
            <a:ext cx="12634452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>
          <a:xfrm>
            <a:off x="817311" y="336733"/>
            <a:ext cx="10557375" cy="11367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</a:pPr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Интегральное исчисление </a:t>
            </a:r>
            <a:b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000" dirty="0"/>
              <a:t>Основные методы интегрирования</a:t>
            </a:r>
            <a:endParaRPr lang="ru-RU" sz="2600" dirty="0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9D6F0A-00E7-4C8C-A893-195F83976DAE}"/>
              </a:ext>
            </a:extLst>
          </p:cNvPr>
          <p:cNvSpPr txBox="1"/>
          <p:nvPr/>
        </p:nvSpPr>
        <p:spPr>
          <a:xfrm>
            <a:off x="3558049" y="1846289"/>
            <a:ext cx="5410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8288"/>
            <a:r>
              <a:rPr lang="ru-RU" b="1" dirty="0">
                <a:solidFill>
                  <a:schemeClr val="accent5">
                    <a:lumMod val="75000"/>
                  </a:schemeClr>
                </a:solidFill>
              </a:rPr>
              <a:t>Метод непосредственного интегрирования</a:t>
            </a:r>
            <a:endParaRPr lang="ru-RU" b="1" dirty="0">
              <a:solidFill>
                <a:schemeClr val="accent5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DA30B1E-564C-407B-B63B-F50A4102AA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7933" y="2215621"/>
            <a:ext cx="3636130" cy="34439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B5908BE-AE68-430A-AB72-C7EA079B0FF3}"/>
                  </a:ext>
                </a:extLst>
              </p:cNvPr>
              <p:cNvSpPr txBox="1"/>
              <p:nvPr/>
            </p:nvSpPr>
            <p:spPr>
              <a:xfrm>
                <a:off x="3543298" y="5780015"/>
                <a:ext cx="5105399" cy="4978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8288"/>
                <a:r>
                  <a:rPr lang="ru-RU" sz="1800" b="1" dirty="0">
                    <a:solidFill>
                      <a:schemeClr val="accent3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Пример.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𝑑𝑥</m:t>
                            </m:r>
                          </m:num>
                          <m:den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+3</m:t>
                            </m:r>
                          </m:den>
                        </m:f>
                      </m:e>
                    </m:nary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+3)</m:t>
                            </m:r>
                          </m:num>
                          <m:den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+3</m:t>
                            </m:r>
                          </m:den>
                        </m:f>
                      </m:e>
                    </m:nary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u-RU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ln</m:t>
                        </m:r>
                      </m:fName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+3|</m:t>
                        </m:r>
                      </m:e>
                    </m:func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B5908BE-AE68-430A-AB72-C7EA079B0F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3298" y="5780015"/>
                <a:ext cx="5105399" cy="497829"/>
              </a:xfrm>
              <a:prstGeom prst="rect">
                <a:avLst/>
              </a:prstGeom>
              <a:blipFill>
                <a:blip r:embed="rId5"/>
                <a:stretch>
                  <a:fillRect t="-96341" b="-1548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6376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CADAA8-77CE-44B0-956C-FE15CDB0BBD4}"/>
              </a:ext>
            </a:extLst>
          </p:cNvPr>
          <p:cNvSpPr/>
          <p:nvPr/>
        </p:nvSpPr>
        <p:spPr>
          <a:xfrm>
            <a:off x="-206477" y="-314631"/>
            <a:ext cx="12634452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>
          <a:xfrm>
            <a:off x="817311" y="336733"/>
            <a:ext cx="10557375" cy="11367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</a:pPr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Интегральное исчисление </a:t>
            </a:r>
            <a:b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000" dirty="0"/>
              <a:t>Основные методы интегрирования</a:t>
            </a:r>
            <a:endParaRPr lang="ru-RU" sz="2600" dirty="0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9D6F0A-00E7-4C8C-A893-195F83976DAE}"/>
              </a:ext>
            </a:extLst>
          </p:cNvPr>
          <p:cNvSpPr txBox="1"/>
          <p:nvPr/>
        </p:nvSpPr>
        <p:spPr>
          <a:xfrm>
            <a:off x="454892" y="1932108"/>
            <a:ext cx="4754417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8288">
              <a:lnSpc>
                <a:spcPct val="107000"/>
              </a:lnSpc>
              <a:spcAft>
                <a:spcPts val="800"/>
              </a:spcAft>
            </a:pPr>
            <a:r>
              <a:rPr lang="ru-RU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Метод интегрирования подстановкой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BCD2801-56CE-4437-B398-08D4499E3F3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" r="1735" b="9857"/>
          <a:stretch/>
        </p:blipFill>
        <p:spPr bwMode="auto">
          <a:xfrm>
            <a:off x="817311" y="2395373"/>
            <a:ext cx="3883678" cy="59124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AED7CA7-9F26-4660-9834-A5E333853C2B}"/>
                  </a:ext>
                </a:extLst>
              </p:cNvPr>
              <p:cNvSpPr txBox="1"/>
              <p:nvPr/>
            </p:nvSpPr>
            <p:spPr>
              <a:xfrm>
                <a:off x="454892" y="3059668"/>
                <a:ext cx="5022272" cy="17220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b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Пример. </a:t>
                </a:r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Найти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ru-RU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ctrlPr>
                                  <a:rPr lang="ru-RU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ru-RU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den>
                            </m:f>
                          </m:sup>
                        </m:sSup>
                        <m:r>
                          <a:rPr lang="ru-RU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ru-RU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b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Решение. </a:t>
                </a:r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Положим 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=4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, тогда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𝑑𝑥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=4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𝑑𝑡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. Следовательно,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ru-RU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ctrlPr>
                                  <a:rPr lang="ru-RU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ru-RU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den>
                            </m:f>
                          </m:sup>
                        </m:sSup>
                        <m:r>
                          <a:rPr lang="ru-RU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𝑑𝑥</m:t>
                        </m:r>
                      </m:e>
                    </m:nary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=4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ru-RU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ru-RU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𝑑𝑡</m:t>
                        </m:r>
                      </m:e>
                    </m:nary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=4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ru-RU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p>
                    </m:sSup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=4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ru-RU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ru-RU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AED7CA7-9F26-4660-9834-A5E333853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92" y="3059668"/>
                <a:ext cx="5022272" cy="1722074"/>
              </a:xfrm>
              <a:prstGeom prst="rect">
                <a:avLst/>
              </a:prstGeom>
              <a:blipFill>
                <a:blip r:embed="rId5"/>
                <a:stretch>
                  <a:fillRect b="-42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92BA1B06-0C98-41CD-85EA-62E4128594AF}"/>
              </a:ext>
            </a:extLst>
          </p:cNvPr>
          <p:cNvSpPr txBox="1"/>
          <p:nvPr/>
        </p:nvSpPr>
        <p:spPr>
          <a:xfrm>
            <a:off x="6636147" y="1939913"/>
            <a:ext cx="4754417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8288">
              <a:lnSpc>
                <a:spcPct val="107000"/>
              </a:lnSpc>
              <a:spcAft>
                <a:spcPts val="800"/>
              </a:spcAft>
            </a:pPr>
            <a:r>
              <a:rPr lang="ru-RU" sz="1800" b="1" dirty="0">
                <a:solidFill>
                  <a:schemeClr val="accent5">
                    <a:lumMod val="7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Метод интегрирования по частям</a:t>
            </a:r>
            <a:endParaRPr lang="ru-RU" sz="1800" b="1" dirty="0">
              <a:solidFill>
                <a:schemeClr val="accent5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DEB3F3E-8CD4-43B3-8770-C067F05AD8B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896"/>
          <a:stretch/>
        </p:blipFill>
        <p:spPr bwMode="auto">
          <a:xfrm>
            <a:off x="5907079" y="2447709"/>
            <a:ext cx="5858523" cy="48657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7B0C268-FB12-41FA-A3CE-C830244B05EC}"/>
                  </a:ext>
                </a:extLst>
              </p:cNvPr>
              <p:cNvSpPr txBox="1"/>
              <p:nvPr/>
            </p:nvSpPr>
            <p:spPr>
              <a:xfrm>
                <a:off x="6084093" y="3167422"/>
                <a:ext cx="5858523" cy="15065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b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Пример. </a:t>
                </a:r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Найти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ru-RU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func>
                          <m:funcPr>
                            <m:ctrlPr>
                              <a:rPr lang="ru-RU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func>
                        <m:r>
                          <a:rPr lang="en-US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b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Решение. </a:t>
                </a:r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Пусть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ru-RU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𝑢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=2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+1→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𝑑𝑢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=2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𝑑𝑥</m:t>
                            </m:r>
                          </m:e>
                          <m:e>
                            <m:r>
                              <a:rPr lang="ru-RU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𝑑𝑣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lang="ru-RU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ru-RU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  <m:r>
                                  <a:rPr lang="ru-RU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a:rPr lang="ru-RU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𝑑𝑥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→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nary>
                              <m:naryPr>
                                <m:limLoc m:val="undOvr"/>
                                <m:subHide m:val="on"/>
                                <m:supHide m:val="on"/>
                                <m:ctrlPr>
                                  <a:rPr lang="ru-RU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p>
                                  <m:sSup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ru-RU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  <m:r>
                                      <a:rPr lang="ru-RU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  <m:r>
                                  <a:rPr lang="ru-RU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𝑑𝑥</m:t>
                                </m:r>
                              </m:e>
                            </m:nary>
                            <m:r>
                              <a:rPr lang="ru-RU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ru-RU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ru-RU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ru-RU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ru-RU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  <m:r>
                                  <a:rPr lang="ru-RU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eqArr>
                      </m:e>
                    </m:d>
                  </m:oMath>
                </a14:m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. Следовательно, по формуле: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7B0C268-FB12-41FA-A3CE-C830244B0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093" y="3167422"/>
                <a:ext cx="5858523" cy="1506566"/>
              </a:xfrm>
              <a:prstGeom prst="rect">
                <a:avLst/>
              </a:prstGeom>
              <a:blipFill>
                <a:blip r:embed="rId7"/>
                <a:stretch>
                  <a:fillRect t="-34818" b="-566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C7869EA-7C1D-414A-A89F-EDCBFEB61F87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521"/>
          <a:stretch/>
        </p:blipFill>
        <p:spPr bwMode="auto">
          <a:xfrm>
            <a:off x="5477164" y="5113992"/>
            <a:ext cx="6527065" cy="48657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66833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CADAA8-77CE-44B0-956C-FE15CDB0BBD4}"/>
              </a:ext>
            </a:extLst>
          </p:cNvPr>
          <p:cNvSpPr/>
          <p:nvPr/>
        </p:nvSpPr>
        <p:spPr>
          <a:xfrm>
            <a:off x="-206477" y="-314631"/>
            <a:ext cx="12634452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>
          <a:xfrm>
            <a:off x="817311" y="336733"/>
            <a:ext cx="10557375" cy="11367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</a:pPr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Интегральное исчисление </a:t>
            </a:r>
            <a:b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000" dirty="0"/>
              <a:t>Интегрирование рациональных функций</a:t>
            </a:r>
            <a:endParaRPr lang="ru-RU" sz="2600" dirty="0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9D6F0A-00E7-4C8C-A893-195F83976DAE}"/>
              </a:ext>
            </a:extLst>
          </p:cNvPr>
          <p:cNvSpPr txBox="1"/>
          <p:nvPr/>
        </p:nvSpPr>
        <p:spPr>
          <a:xfrm>
            <a:off x="453735" y="2054393"/>
            <a:ext cx="11284525" cy="2749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8288">
              <a:lnSpc>
                <a:spcPct val="107000"/>
              </a:lnSpc>
              <a:spcAft>
                <a:spcPts val="800"/>
              </a:spcAft>
            </a:pPr>
            <a:r>
              <a:rPr lang="ru-RU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Алгоритм:</a:t>
            </a:r>
          </a:p>
          <a:p>
            <a:pPr marL="268288">
              <a:lnSpc>
                <a:spcPct val="107000"/>
              </a:lnSpc>
              <a:spcAft>
                <a:spcPts val="800"/>
              </a:spcAft>
            </a:pPr>
            <a:r>
              <a:rPr lang="ru-RU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Шаг 1. </a:t>
            </a:r>
            <a:r>
              <a:rPr lang="ru-RU" dirty="0">
                <a:latin typeface="Calibri" panose="020F0502020204030204" pitchFamily="34" charset="0"/>
                <a:cs typeface="Times New Roman" panose="02020603050405020304" pitchFamily="18" charset="0"/>
              </a:rPr>
              <a:t>Определить </a:t>
            </a:r>
            <a:r>
              <a:rPr lang="ru-RU" u="sng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вид</a:t>
            </a:r>
            <a:r>
              <a:rPr lang="ru-RU" dirty="0">
                <a:latin typeface="Calibri" panose="020F0502020204030204" pitchFamily="34" charset="0"/>
                <a:cs typeface="Times New Roman" panose="02020603050405020304" pitchFamily="18" charset="0"/>
              </a:rPr>
              <a:t> многочлена в знаменателе дроби и в зависимости от вида </a:t>
            </a:r>
            <a:r>
              <a:rPr lang="ru-RU" u="sng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разложить</a:t>
            </a:r>
            <a:r>
              <a:rPr lang="ru-RU" dirty="0">
                <a:latin typeface="Calibri" panose="020F0502020204030204" pitchFamily="34" charset="0"/>
                <a:cs typeface="Times New Roman" panose="02020603050405020304" pitchFamily="18" charset="0"/>
              </a:rPr>
              <a:t> дробь на простые дроби, в числителях которых - неопределённые коэффициенты, число которых равно степени знаменателя.</a:t>
            </a:r>
          </a:p>
          <a:p>
            <a:pPr marL="268288">
              <a:lnSpc>
                <a:spcPct val="107000"/>
              </a:lnSpc>
              <a:spcAft>
                <a:spcPts val="800"/>
              </a:spcAft>
            </a:pPr>
            <a:r>
              <a:rPr lang="ru-RU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Шаг 2. </a:t>
            </a:r>
            <a:r>
              <a:rPr lang="ru-RU" dirty="0">
                <a:latin typeface="Calibri" panose="020F0502020204030204" pitchFamily="34" charset="0"/>
                <a:cs typeface="Times New Roman" panose="02020603050405020304" pitchFamily="18" charset="0"/>
              </a:rPr>
              <a:t>Определить </a:t>
            </a:r>
            <a:r>
              <a:rPr lang="ru-RU" u="sng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значения</a:t>
            </a:r>
            <a:r>
              <a:rPr lang="ru-RU" dirty="0">
                <a:latin typeface="Calibri" panose="020F0502020204030204" pitchFamily="34" charset="0"/>
                <a:cs typeface="Times New Roman" panose="02020603050405020304" pitchFamily="18" charset="0"/>
              </a:rPr>
              <a:t> неопределённых коэффициентов. Для этого потребуется решить систему уравнений, сводящуюся к системе линейных уравнений.</a:t>
            </a:r>
          </a:p>
          <a:p>
            <a:pPr marL="268288">
              <a:lnSpc>
                <a:spcPct val="107000"/>
              </a:lnSpc>
              <a:spcAft>
                <a:spcPts val="800"/>
              </a:spcAft>
            </a:pPr>
            <a:r>
              <a:rPr lang="ru-RU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Шаг 3. </a:t>
            </a:r>
            <a:r>
              <a:rPr lang="ru-RU" dirty="0">
                <a:latin typeface="Calibri" panose="020F0502020204030204" pitchFamily="34" charset="0"/>
                <a:cs typeface="Times New Roman" panose="02020603050405020304" pitchFamily="18" charset="0"/>
              </a:rPr>
              <a:t>Найти </a:t>
            </a:r>
            <a:r>
              <a:rPr lang="ru-RU" u="sng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интеграл</a:t>
            </a:r>
            <a:r>
              <a:rPr lang="ru-RU" dirty="0">
                <a:latin typeface="Calibri" panose="020F0502020204030204" pitchFamily="34" charset="0"/>
                <a:cs typeface="Times New Roman" panose="02020603050405020304" pitchFamily="18" charset="0"/>
              </a:rPr>
              <a:t> исходной рациональной функции (дроби) как сумму интегралов полученных простых дробей, к которым применяются табличные интегралы.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5528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CADAA8-77CE-44B0-956C-FE15CDB0BBD4}"/>
              </a:ext>
            </a:extLst>
          </p:cNvPr>
          <p:cNvSpPr/>
          <p:nvPr/>
        </p:nvSpPr>
        <p:spPr>
          <a:xfrm>
            <a:off x="-206477" y="-314631"/>
            <a:ext cx="12634452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>
          <a:xfrm>
            <a:off x="817311" y="336733"/>
            <a:ext cx="10557375" cy="11367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</a:pPr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Интегральное исчисление </a:t>
            </a:r>
            <a:b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000" dirty="0"/>
              <a:t>Интегрирование тригонометрических функций</a:t>
            </a:r>
            <a:endParaRPr lang="ru-RU" sz="2600" dirty="0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/>
              <p:nvPr/>
            </p:nvSpPr>
            <p:spPr>
              <a:xfrm>
                <a:off x="454892" y="1932108"/>
                <a:ext cx="11284525" cy="47442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b="1" dirty="0">
                    <a:solidFill>
                      <a:schemeClr val="accent5">
                        <a:lumMod val="75000"/>
                      </a:schemeClr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1. </a:t>
                </a:r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Интегралы вида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∫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𝑐𝑜𝑠</m:t>
                        </m:r>
                      </m:e>
                      <m:sup>
                        <m:r>
                          <a:rPr lang="ru-RU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</m:sSup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𝑠𝑖𝑛</m:t>
                        </m:r>
                      </m:e>
                      <m:sup>
                        <m:r>
                          <a:rPr lang="ru-RU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𝑑𝑥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находят в зависимости от четности степеней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следующим образом:</a:t>
                </a:r>
              </a:p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6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5349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b="1" dirty="0">
                    <a:solidFill>
                      <a:schemeClr val="accent5">
                        <a:lumMod val="75000"/>
                      </a:schemeClr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а) </a:t>
                </a:r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если m или n нечетное, то используют замену переменной:</a:t>
                </a:r>
              </a:p>
              <a:p>
                <a:pPr marL="534988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ru-RU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u-RU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r>
                          <a:rPr lang="ru-RU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, при нечетном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;</a:t>
                </a:r>
              </a:p>
              <a:p>
                <a:pPr marL="534988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ru-RU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u-RU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r>
                          <a:rPr lang="ru-RU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, при нечетном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,</a:t>
                </a:r>
              </a:p>
              <a:p>
                <a:pPr marL="5349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и формулу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𝑠𝑖𝑛</m:t>
                        </m:r>
                      </m:e>
                      <m:sup>
                        <m:r>
                          <a:rPr lang="ru-RU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𝑐𝑜𝑠</m:t>
                        </m:r>
                      </m:e>
                      <m:sup>
                        <m:r>
                          <a:rPr lang="ru-RU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;</a:t>
                </a:r>
              </a:p>
              <a:p>
                <a:pPr marL="534988">
                  <a:lnSpc>
                    <a:spcPct val="107000"/>
                  </a:lnSpc>
                  <a:spcAft>
                    <a:spcPts val="800"/>
                  </a:spcAft>
                </a:pPr>
                <a:endParaRPr lang="ru-RU" sz="6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5349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b="1" dirty="0">
                    <a:solidFill>
                      <a:schemeClr val="accent5">
                        <a:lumMod val="75000"/>
                      </a:schemeClr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б) </a:t>
                </a:r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если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четные, то используют формулы понижения степени:</a:t>
                </a:r>
              </a:p>
              <a:p>
                <a:pPr marL="534988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𝑠𝑖𝑛</m:t>
                          </m:r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𝑐𝑜𝑠</m:t>
                          </m:r>
                          <m: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𝑐𝑜𝑠</m:t>
                          </m:r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𝑐𝑜𝑠</m:t>
                          </m:r>
                          <m: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func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𝑠𝑖𝑛</m:t>
                          </m:r>
                          <m: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;</m:t>
                      </m:r>
                    </m:oMath>
                  </m:oMathPara>
                </a14:m>
                <a:endParaRPr lang="ru-RU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534988">
                  <a:lnSpc>
                    <a:spcPct val="107000"/>
                  </a:lnSpc>
                  <a:spcAft>
                    <a:spcPts val="800"/>
                  </a:spcAft>
                </a:pPr>
                <a:endParaRPr lang="ru-RU" sz="6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5349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b="1" dirty="0">
                    <a:solidFill>
                      <a:schemeClr val="accent5">
                        <a:lumMod val="75000"/>
                      </a:schemeClr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в) </a:t>
                </a:r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Если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=−2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т. е.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является целым четным отрицательным числом, то удобно использовать подстановки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𝑡𝑔𝑥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𝑐𝑡𝑔𝑥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endParaRPr lang="ru-RU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92" y="1932108"/>
                <a:ext cx="11284525" cy="4744247"/>
              </a:xfrm>
              <a:prstGeom prst="rect">
                <a:avLst/>
              </a:prstGeom>
              <a:blipFill>
                <a:blip r:embed="rId4"/>
                <a:stretch>
                  <a:fillRect t="-5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760668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CADAA8-77CE-44B0-956C-FE15CDB0BBD4}"/>
              </a:ext>
            </a:extLst>
          </p:cNvPr>
          <p:cNvSpPr/>
          <p:nvPr/>
        </p:nvSpPr>
        <p:spPr>
          <a:xfrm>
            <a:off x="-206477" y="-314631"/>
            <a:ext cx="12634452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>
          <a:xfrm>
            <a:off x="817311" y="336733"/>
            <a:ext cx="10557375" cy="11367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</a:pPr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Интегральное исчисление </a:t>
            </a:r>
            <a:b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000" dirty="0"/>
              <a:t>Интегрирование тригонометрических функций</a:t>
            </a:r>
            <a:endParaRPr lang="ru-RU" sz="2600" dirty="0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/>
              <p:nvPr/>
            </p:nvSpPr>
            <p:spPr>
              <a:xfrm>
                <a:off x="468486" y="2124888"/>
                <a:ext cx="11284525" cy="42400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b="1" dirty="0">
                    <a:solidFill>
                      <a:schemeClr val="accent5">
                        <a:lumMod val="75000"/>
                      </a:schemeClr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2. </a:t>
                </a:r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Интегралы вида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ru-RU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ru-RU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∫</m:t>
                        </m:r>
                      </m:fName>
                      <m:e>
                        <m:func>
                          <m:funcPr>
                            <m:ctrlPr>
                              <a:rPr lang="ru-RU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ru-RU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ru-RU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𝑚𝑥</m:t>
                            </m:r>
                          </m:e>
                        </m:func>
                        <m:func>
                          <m:funcPr>
                            <m:ctrlPr>
                              <a:rPr lang="ru-RU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ru-RU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ru-RU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𝑛𝑥</m:t>
                            </m:r>
                          </m:e>
                        </m:func>
                        <m:r>
                          <a:rPr lang="ru-RU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𝑑𝑥</m:t>
                        </m:r>
                      </m:e>
                    </m:func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</m:t>
                    </m:r>
                    <m:func>
                      <m:funcPr>
                        <m:ctrlPr>
                          <a:rPr lang="ru-RU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ru-RU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∫</m:t>
                        </m:r>
                      </m:fName>
                      <m:e>
                        <m:func>
                          <m:funcPr>
                            <m:ctrlPr>
                              <a:rPr lang="ru-RU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ru-RU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ru-RU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𝑚𝑥</m:t>
                            </m:r>
                          </m:e>
                        </m:func>
                        <m:func>
                          <m:funcPr>
                            <m:ctrlPr>
                              <a:rPr lang="ru-RU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ru-RU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ru-RU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𝑛𝑥</m:t>
                            </m:r>
                          </m:e>
                        </m:func>
                        <m:r>
                          <a:rPr lang="ru-RU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𝑑𝑥</m:t>
                        </m:r>
                      </m:e>
                    </m:func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func>
                      <m:funcPr>
                        <m:ctrlPr>
                          <a:rPr lang="ru-RU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ru-RU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∫</m:t>
                        </m:r>
                      </m:fName>
                      <m:e>
                        <m:func>
                          <m:funcPr>
                            <m:ctrlPr>
                              <a:rPr lang="ru-RU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ru-RU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ru-RU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𝑚𝑥</m:t>
                            </m:r>
                          </m:e>
                        </m:func>
                        <m:func>
                          <m:funcPr>
                            <m:ctrlPr>
                              <a:rPr lang="ru-RU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ru-RU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ru-RU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𝑛𝑥</m:t>
                            </m:r>
                          </m:e>
                        </m:func>
                        <m:r>
                          <a:rPr lang="ru-RU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𝑑𝑥</m:t>
                        </m:r>
                      </m:e>
                    </m:func>
                  </m:oMath>
                </a14:m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вычисляют с помощью преобразований подынтегральной функции по следующим формулам:</a:t>
                </a:r>
              </a:p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𝑚𝑥</m:t>
                          </m:r>
                        </m:e>
                      </m:func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𝑛𝑥</m:t>
                          </m:r>
                        </m:e>
                      </m:func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𝑠𝑖𝑛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𝑛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𝑠𝑖𝑛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𝑛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),</m:t>
                      </m:r>
                    </m:oMath>
                  </m:oMathPara>
                </a14:m>
                <a:endParaRPr lang="ru-RU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𝑚𝑥</m:t>
                          </m:r>
                        </m:e>
                      </m:func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𝑛𝑥</m:t>
                          </m:r>
                        </m:e>
                      </m:func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𝑐𝑜𝑠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𝑛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𝑐𝑜𝑠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𝑛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),</m:t>
                      </m:r>
                    </m:oMath>
                  </m:oMathPara>
                </a14:m>
                <a:endParaRPr lang="ru-RU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𝑚𝑥</m:t>
                          </m:r>
                        </m:e>
                      </m:func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𝑛𝑥</m:t>
                          </m:r>
                        </m:e>
                      </m:func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𝑐𝑜𝑠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𝑛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𝑐𝑜𝑠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𝑛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).</m:t>
                      </m:r>
                    </m:oMath>
                  </m:oMathPara>
                </a14:m>
                <a:endParaRPr lang="ru-RU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endParaRPr lang="ru-RU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b="1" dirty="0">
                    <a:solidFill>
                      <a:schemeClr val="accent5">
                        <a:lumMod val="75000"/>
                      </a:schemeClr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3. </a:t>
                </a:r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Интегралы вида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∫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𝑡𝑔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𝑚𝑥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𝑑𝑥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и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∫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𝑐𝑡𝑔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𝑚𝑥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𝑑𝑥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находят, используя формулы</a:t>
                </a:r>
              </a:p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𝑡𝑔</m:t>
                          </m:r>
                        </m:e>
                        <m:sup>
                          <m:r>
                            <a:rPr lang="ru-RU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ru-RU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ru-RU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𝑐𝑜𝑠</m:t>
                              </m:r>
                            </m:e>
                            <m:sup>
                              <m:r>
                                <a:rPr lang="ru-RU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den>
                      </m:f>
                      <m:r>
                        <a:rPr lang="ru-RU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−1,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𝑐𝑡𝑔</m:t>
                          </m:r>
                        </m:e>
                        <m:sup>
                          <m:r>
                            <a:rPr lang="ru-RU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ru-RU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ru-RU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𝑠𝑖𝑛</m:t>
                              </m:r>
                            </m:e>
                            <m:sup>
                              <m:r>
                                <a:rPr lang="ru-RU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den>
                      </m:f>
                      <m:r>
                        <a:rPr lang="ru-RU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−1</m:t>
                      </m:r>
                    </m:oMath>
                  </m:oMathPara>
                </a14:m>
                <a:endParaRPr lang="ru-RU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486" y="2124888"/>
                <a:ext cx="11284525" cy="4240071"/>
              </a:xfrm>
              <a:prstGeom prst="rect">
                <a:avLst/>
              </a:prstGeom>
              <a:blipFill>
                <a:blip r:embed="rId4"/>
                <a:stretch>
                  <a:fillRect t="-57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277873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CADAA8-77CE-44B0-956C-FE15CDB0BBD4}"/>
              </a:ext>
            </a:extLst>
          </p:cNvPr>
          <p:cNvSpPr/>
          <p:nvPr/>
        </p:nvSpPr>
        <p:spPr>
          <a:xfrm>
            <a:off x="-206477" y="-314631"/>
            <a:ext cx="12634452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>
          <a:xfrm>
            <a:off x="817311" y="336733"/>
            <a:ext cx="10557375" cy="11367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</a:pPr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Интегральное исчисление </a:t>
            </a:r>
            <a:b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000" dirty="0"/>
              <a:t>Интегрирование тригонометрических функций</a:t>
            </a:r>
            <a:endParaRPr lang="ru-RU" sz="2600" dirty="0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/>
              <p:nvPr/>
            </p:nvSpPr>
            <p:spPr>
              <a:xfrm>
                <a:off x="468486" y="2124888"/>
                <a:ext cx="11284525" cy="3801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b="1" dirty="0">
                    <a:solidFill>
                      <a:schemeClr val="accent5">
                        <a:lumMod val="75000"/>
                      </a:schemeClr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4. </a:t>
                </a:r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Интегралы вида,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𝑠𝑖𝑛𝑥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𝑐𝑜𝑠𝑥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𝑑𝑥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где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  <m:r>
                          <a:rPr lang="ru-RU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ru-RU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− рациональная функция двух переменных, приводят к интегралам от рациональных функций нового аргумента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подстановкой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𝑡𝑔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num>
                      <m:den>
                        <m:r>
                          <a:rPr lang="ru-RU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. При этом используются формулы</a:t>
                </a:r>
              </a:p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𝑑𝑥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num>
                        <m:den>
                          <m: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 </m:t>
                      </m:r>
                    </m:oMath>
                  </m:oMathPara>
                </a14:m>
                <a:endParaRPr lang="ru-RU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𝑠𝑖𝑛𝑥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num>
                        <m:den>
                          <m: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</m:oMath>
                  </m:oMathPara>
                </a14:m>
                <a:endParaRPr lang="ru-RU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𝑐𝑜𝑠𝑥</m:t>
                      </m:r>
                      <m: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ru-RU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Если под интегралом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𝑠𝑖𝑛𝑥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и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𝑐𝑜𝑠𝑥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содержатся только в четных степенях, то удобнее использовать подстановку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𝑡𝑔𝑥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486" y="2124888"/>
                <a:ext cx="11284525" cy="3801746"/>
              </a:xfrm>
              <a:prstGeom prst="rect">
                <a:avLst/>
              </a:prstGeom>
              <a:blipFill>
                <a:blip r:embed="rId4"/>
                <a:stretch>
                  <a:fillRect t="-803" r="-108" b="-17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849499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CADAA8-77CE-44B0-956C-FE15CDB0BBD4}"/>
              </a:ext>
            </a:extLst>
          </p:cNvPr>
          <p:cNvSpPr/>
          <p:nvPr/>
        </p:nvSpPr>
        <p:spPr>
          <a:xfrm>
            <a:off x="-206477" y="-314631"/>
            <a:ext cx="12634452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>
          <a:xfrm>
            <a:off x="817311" y="336733"/>
            <a:ext cx="10557375" cy="11367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</a:pPr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Интегральное исчисление </a:t>
            </a:r>
            <a:b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000" dirty="0"/>
              <a:t>Интегрирование иррациональных функций</a:t>
            </a:r>
            <a:endParaRPr lang="ru-RU" sz="2600" dirty="0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/>
              <p:nvPr/>
            </p:nvSpPr>
            <p:spPr>
              <a:xfrm>
                <a:off x="468486" y="1921688"/>
                <a:ext cx="11284525" cy="46896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b="1" dirty="0">
                    <a:solidFill>
                      <a:schemeClr val="accent5">
                        <a:lumMod val="75000"/>
                      </a:schemeClr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1. </a:t>
                </a:r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Линейная функция: </a:t>
                </a:r>
              </a:p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𝑛</m:t>
                          </m:r>
                        </m:deg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𝑎𝑥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rad>
                      <m:r>
                        <a:rPr lang="ru-RU">
                          <a:latin typeface="Cambria Math" panose="02040503050406030204" pitchFamily="18" charset="0"/>
                        </a:rPr>
                        <m:t>, (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≠0)</m:t>
                      </m:r>
                    </m:oMath>
                  </m:oMathPara>
                </a14:m>
                <a:endParaRPr lang="ru-RU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Для решения такого интеграла удобно применить подстановку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𝑡</m:t>
                    </m:r>
                    <m:r>
                      <a:rPr lang="ru-RU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US">
                            <a:latin typeface="Cambria Math" panose="02040503050406030204" pitchFamily="18" charset="0"/>
                          </a:rPr>
                          <m:t>𝑛</m:t>
                        </m:r>
                      </m:deg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𝑎𝑥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</m:oMath>
                </a14:m>
                <a:endParaRPr lang="ru-RU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endParaRPr lang="ru-RU" sz="6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b="1" dirty="0">
                    <a:solidFill>
                      <a:schemeClr val="accent5">
                        <a:lumMod val="75000"/>
                      </a:schemeClr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2. </a:t>
                </a:r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Квадратный многочлен:</a:t>
                </a:r>
              </a:p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𝑏𝑥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rad>
                    </m:oMath>
                  </m:oMathPara>
                </a14:m>
                <a:endParaRPr lang="ru-RU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В этом случае необходимо дополнить многочлен до полного квадрата, а затем по одной из формул таблицы интегрирования решить полученный интеграл вида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ru-RU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±</m:t>
                                </m:r>
                                <m:sSup>
                                  <m:sSup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ru-RU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nary>
                  </m:oMath>
                </a14:m>
                <a:endParaRPr lang="ru-RU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endParaRPr lang="ru-RU" sz="6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b="1" dirty="0">
                    <a:solidFill>
                      <a:schemeClr val="accent5">
                        <a:lumMod val="75000"/>
                      </a:schemeClr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3. </a:t>
                </a:r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Разность квадратов:</a:t>
                </a:r>
              </a:p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Используем подстановку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𝑎</m:t>
                    </m:r>
                    <m:func>
                      <m:func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u-RU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func>
                  </m:oMath>
                </a14:m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, затем по формуле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1−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𝑠𝑖𝑛</m:t>
                        </m:r>
                      </m:e>
                      <m:sup>
                        <m:r>
                          <a:rPr lang="ru-RU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>
                        <a:latin typeface="Cambria Math" panose="02040503050406030204" pitchFamily="18" charset="0"/>
                      </a:rPr>
                      <m:t>𝑡</m:t>
                    </m:r>
                    <m:r>
                      <a:rPr lang="ru-RU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𝑐𝑜𝑠</m:t>
                        </m:r>
                      </m:e>
                      <m:sup>
                        <m:r>
                          <a:rPr lang="ru-RU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продолжаем нахождение интеграла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486" y="1921688"/>
                <a:ext cx="11284525" cy="4689617"/>
              </a:xfrm>
              <a:prstGeom prst="rect">
                <a:avLst/>
              </a:prstGeom>
              <a:blipFill>
                <a:blip r:embed="rId4"/>
                <a:stretch>
                  <a:fillRect t="-519" r="-54" b="-103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710399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CADAA8-77CE-44B0-956C-FE15CDB0BBD4}"/>
              </a:ext>
            </a:extLst>
          </p:cNvPr>
          <p:cNvSpPr/>
          <p:nvPr/>
        </p:nvSpPr>
        <p:spPr>
          <a:xfrm>
            <a:off x="-206477" y="-314631"/>
            <a:ext cx="12634452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>
          <a:xfrm>
            <a:off x="817311" y="336733"/>
            <a:ext cx="10557375" cy="11367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</a:pPr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Интегральное исчисление </a:t>
            </a:r>
            <a:b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000" dirty="0"/>
              <a:t>Основные теоремы и свойства определенного интеграла</a:t>
            </a:r>
            <a:endParaRPr lang="ru-RU" sz="2600" dirty="0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/>
              <p:nvPr/>
            </p:nvSpPr>
            <p:spPr>
              <a:xfrm>
                <a:off x="468486" y="1921688"/>
                <a:ext cx="11284525" cy="30839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b="1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Теорема. 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Если функция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у = 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непрерывна на отрезке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[а; 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- какая-либо ее первообразная на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′(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 = 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), то имеет место формула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  <m: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</m:sup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e>
                    </m:nary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𝐹</m:t>
                    </m:r>
                    <m:d>
                      <m:d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которая называется </a:t>
                </a:r>
                <a:r>
                  <a:rPr lang="ru-RU" sz="1800" u="sng" dirty="0">
                    <a:solidFill>
                      <a:schemeClr val="accent6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формулой Ньютона-Лейбница</a:t>
                </a:r>
                <a:endParaRPr lang="ru-RU" sz="1800" u="sng" dirty="0">
                  <a:solidFill>
                    <a:schemeClr val="accent6">
                      <a:lumMod val="75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b="1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Теорема Коши. 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Если функция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у = 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непрерывна на отрезке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то определенный интеграл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  <m: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</m:sup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1800" u="sng" dirty="0">
                    <a:solidFill>
                      <a:schemeClr val="accent6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существует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endParaRPr lang="ru-RU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b="1" dirty="0">
                    <a:solidFill>
                      <a:schemeClr val="accent5">
                        <a:lumMod val="75000"/>
                      </a:schemeClr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Свойства:</a:t>
                </a:r>
              </a:p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b="1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1.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Если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– постоянное число и функция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интегрируема на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то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486" y="1921688"/>
                <a:ext cx="11284525" cy="3083921"/>
              </a:xfrm>
              <a:prstGeom prst="rect">
                <a:avLst/>
              </a:prstGeom>
              <a:blipFill>
                <a:blip r:embed="rId4"/>
                <a:stretch>
                  <a:fillRect t="-5534" b="-217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2CE38C6-89AB-42C3-9361-2996FFEA563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838"/>
          <a:stretch/>
        </p:blipFill>
        <p:spPr bwMode="auto">
          <a:xfrm>
            <a:off x="4706240" y="5183288"/>
            <a:ext cx="2809016" cy="76581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69436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CADAA8-77CE-44B0-956C-FE15CDB0BBD4}"/>
              </a:ext>
            </a:extLst>
          </p:cNvPr>
          <p:cNvSpPr/>
          <p:nvPr/>
        </p:nvSpPr>
        <p:spPr>
          <a:xfrm>
            <a:off x="-206477" y="-314631"/>
            <a:ext cx="12634452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>
          <a:xfrm>
            <a:off x="817311" y="336733"/>
            <a:ext cx="10557375" cy="11367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</a:pPr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Интегральное исчисление </a:t>
            </a:r>
            <a:b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000" dirty="0"/>
              <a:t>Основные теоремы и свойства определенного интеграла</a:t>
            </a:r>
            <a:endParaRPr lang="ru-RU" sz="2600" dirty="0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/>
              <p:nvPr/>
            </p:nvSpPr>
            <p:spPr>
              <a:xfrm>
                <a:off x="468486" y="1921688"/>
                <a:ext cx="11284525" cy="3748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b="1" dirty="0">
                    <a:solidFill>
                      <a:schemeClr val="accent5">
                        <a:lumMod val="75000"/>
                      </a:schemeClr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2. 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Если функция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интегрируемы на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тогда интегрируема на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; </m:t>
                        </m:r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их сумма и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486" y="1921688"/>
                <a:ext cx="11284525" cy="374846"/>
              </a:xfrm>
              <a:prstGeom prst="rect">
                <a:avLst/>
              </a:prstGeom>
              <a:blipFill>
                <a:blip r:embed="rId4"/>
                <a:stretch>
                  <a:fillRect t="-6452" b="-241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E7615FA-A4AC-4F2E-90B1-949F771F0CC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677"/>
          <a:stretch/>
        </p:blipFill>
        <p:spPr bwMode="auto">
          <a:xfrm>
            <a:off x="3560990" y="2296534"/>
            <a:ext cx="5070016" cy="86230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EA8722-A3DD-417A-9AE4-B1320A389D7F}"/>
              </a:ext>
            </a:extLst>
          </p:cNvPr>
          <p:cNvSpPr txBox="1"/>
          <p:nvPr/>
        </p:nvSpPr>
        <p:spPr>
          <a:xfrm>
            <a:off x="468486" y="3399604"/>
            <a:ext cx="11284525" cy="374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8288">
              <a:lnSpc>
                <a:spcPct val="107000"/>
              </a:lnSpc>
              <a:spcAft>
                <a:spcPts val="800"/>
              </a:spcAft>
            </a:pPr>
            <a:r>
              <a:rPr lang="ru-RU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3. 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AEC33C4-EDF1-400C-AFC4-3B1054E32C0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786"/>
          <a:stretch/>
        </p:blipFill>
        <p:spPr bwMode="auto">
          <a:xfrm>
            <a:off x="4689278" y="3158836"/>
            <a:ext cx="2813440" cy="86230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CF09A49-0BC5-4BD0-9497-2AA2ABBAEFB8}"/>
                  </a:ext>
                </a:extLst>
              </p:cNvPr>
              <p:cNvSpPr txBox="1"/>
              <p:nvPr/>
            </p:nvSpPr>
            <p:spPr>
              <a:xfrm>
                <a:off x="542376" y="4074482"/>
                <a:ext cx="11284525" cy="3748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b="1" dirty="0">
                    <a:solidFill>
                      <a:schemeClr val="accent5">
                        <a:lumMod val="75000"/>
                      </a:schemeClr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4.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Если функция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интегрируема на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то</a:t>
                </a:r>
                <a:r>
                  <a:rPr lang="ru-RU" b="1" dirty="0">
                    <a:solidFill>
                      <a:schemeClr val="accent5">
                        <a:lumMod val="75000"/>
                      </a:schemeClr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CF09A49-0BC5-4BD0-9497-2AA2ABBAE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376" y="4074482"/>
                <a:ext cx="11284525" cy="374846"/>
              </a:xfrm>
              <a:prstGeom prst="rect">
                <a:avLst/>
              </a:prstGeom>
              <a:blipFill>
                <a:blip r:embed="rId7"/>
                <a:stretch>
                  <a:fillRect t="-6452" b="-241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B18AFEE-C3F2-4FA0-8DC8-CA1CA9F14A88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" r="1284"/>
          <a:stretch/>
        </p:blipFill>
        <p:spPr bwMode="auto">
          <a:xfrm>
            <a:off x="4101793" y="4547503"/>
            <a:ext cx="3748360" cy="86500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BFDF5C0-5968-47D3-BD10-7DC22A58B8A7}"/>
                  </a:ext>
                </a:extLst>
              </p:cNvPr>
              <p:cNvSpPr txBox="1"/>
              <p:nvPr/>
            </p:nvSpPr>
            <p:spPr>
              <a:xfrm>
                <a:off x="542375" y="5412509"/>
                <a:ext cx="11284525" cy="3736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b="1" dirty="0">
                    <a:solidFill>
                      <a:schemeClr val="accent5">
                        <a:lumMod val="75000"/>
                      </a:schemeClr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5.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/>
                  <a:t>«Теорема о среднем». Если функция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непрерывна на отрезке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; 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ru-RU" dirty="0"/>
                  <a:t>, то существует точка</a:t>
                </a:r>
                <a:r>
                  <a:rPr lang="ru-RU" i="1" dirty="0"/>
                  <a:t> </a:t>
                </a:r>
                <a:endParaRPr lang="ru-RU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BFDF5C0-5968-47D3-BD10-7DC22A58B8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375" y="5412509"/>
                <a:ext cx="11284525" cy="373692"/>
              </a:xfrm>
              <a:prstGeom prst="rect">
                <a:avLst/>
              </a:prstGeom>
              <a:blipFill>
                <a:blip r:embed="rId9"/>
                <a:stretch>
                  <a:fillRect t="-9836" b="-2623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97D4376-0D73-469E-A16C-2D25563C44A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1204" y="5786201"/>
            <a:ext cx="2729537" cy="83441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55027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CADAA8-77CE-44B0-956C-FE15CDB0BBD4}"/>
              </a:ext>
            </a:extLst>
          </p:cNvPr>
          <p:cNvSpPr/>
          <p:nvPr/>
        </p:nvSpPr>
        <p:spPr>
          <a:xfrm>
            <a:off x="-206477" y="-314631"/>
            <a:ext cx="12634452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>
          <a:xfrm>
            <a:off x="817311" y="336733"/>
            <a:ext cx="10557375" cy="11367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</a:pPr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Интегральное исчисление </a:t>
            </a:r>
            <a:b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000" dirty="0"/>
              <a:t>Основные теоремы и свойства определенного интеграла</a:t>
            </a:r>
            <a:endParaRPr lang="ru-RU" sz="2600" dirty="0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/>
              <p:nvPr/>
            </p:nvSpPr>
            <p:spPr>
              <a:xfrm>
                <a:off x="468486" y="1921688"/>
                <a:ext cx="11284525" cy="29174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8288" lvl="0">
                  <a:lnSpc>
                    <a:spcPct val="107000"/>
                  </a:lnSpc>
                </a:pPr>
                <a:r>
                  <a:rPr lang="ru-RU" sz="1800" b="1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6. 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Если функция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сохраняет знак на отрезке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;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где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то интеграл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  <m: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</m:sup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имеет тот же знак, что и функция. Так, если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≥0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на отрезке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;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то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  <m: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</m:sup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e>
                    </m:nary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≥0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68288" lvl="0">
                  <a:lnSpc>
                    <a:spcPct val="107000"/>
                  </a:lnSpc>
                </a:pPr>
                <a:endParaRPr lang="ru-RU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8288" lvl="0">
                  <a:lnSpc>
                    <a:spcPct val="107000"/>
                  </a:lnSpc>
                </a:pPr>
                <a:r>
                  <a:rPr lang="ru-RU" sz="1800" b="1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7. 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Неравенство между непрерывными функциями на отрезке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;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(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 можно интегрировать. Так, если 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≤</m:t>
                    </m:r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при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∈[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;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то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  <m: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</m:sup>
                      <m:e>
                        <m:sSub>
                          <m:sSub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e>
                    </m:nary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≤</m:t>
                    </m:r>
                    <m:nary>
                      <m:naryPr>
                        <m:limLoc m:val="undOvr"/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  <m: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</m:sup>
                      <m:e>
                        <m:sSub>
                          <m:sSub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68288" lvl="0">
                  <a:lnSpc>
                    <a:spcPct val="107000"/>
                  </a:lnSpc>
                </a:pPr>
                <a:endParaRPr lang="ru-RU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8288" lvl="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b="1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8. 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Оценка интеграла. Если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– соответственно наименьшее и наибольшее значения функции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на отрезке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;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(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), то </a:t>
                </a:r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486" y="1921688"/>
                <a:ext cx="11284525" cy="2917402"/>
              </a:xfrm>
              <a:prstGeom prst="rect">
                <a:avLst/>
              </a:prstGeom>
              <a:blipFill>
                <a:blip r:embed="rId4"/>
                <a:stretch>
                  <a:fillRect t="-15866" r="-3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ADF20CC-9962-4910-8106-F7E978904F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4769" y="4839090"/>
            <a:ext cx="3562457" cy="86036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30254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CADAA8-77CE-44B0-956C-FE15CDB0BBD4}"/>
              </a:ext>
            </a:extLst>
          </p:cNvPr>
          <p:cNvSpPr/>
          <p:nvPr/>
        </p:nvSpPr>
        <p:spPr>
          <a:xfrm>
            <a:off x="-206477" y="-314631"/>
            <a:ext cx="12634452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>
          <a:xfrm>
            <a:off x="817311" y="336733"/>
            <a:ext cx="10557375" cy="11367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</a:pPr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Интегральное исчисление </a:t>
            </a:r>
            <a:b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000" dirty="0"/>
              <a:t>Основные теоремы и свойства определенного интеграла</a:t>
            </a:r>
            <a:endParaRPr lang="ru-RU" sz="2600" dirty="0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9D6F0A-00E7-4C8C-A893-195F83976DAE}"/>
              </a:ext>
            </a:extLst>
          </p:cNvPr>
          <p:cNvSpPr txBox="1"/>
          <p:nvPr/>
        </p:nvSpPr>
        <p:spPr>
          <a:xfrm>
            <a:off x="468486" y="1921688"/>
            <a:ext cx="11284525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8288">
              <a:lnSpc>
                <a:spcPct val="107000"/>
              </a:lnSpc>
              <a:spcAft>
                <a:spcPts val="800"/>
              </a:spcAft>
            </a:pPr>
            <a:r>
              <a:rPr lang="ru-RU" sz="1800" b="1" dirty="0">
                <a:solidFill>
                  <a:schemeClr val="accent5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9. 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Модуль определенного интеграла не превосходит интеграла от модуля подынтегральной функции: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B93939D-F315-44D1-8E2C-2B29F99CD0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0101" y="2474919"/>
            <a:ext cx="3591793" cy="8380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147EA8-ABA9-453D-BC01-FB6D3BD2DCA0}"/>
              </a:ext>
            </a:extLst>
          </p:cNvPr>
          <p:cNvSpPr txBox="1"/>
          <p:nvPr/>
        </p:nvSpPr>
        <p:spPr>
          <a:xfrm>
            <a:off x="468486" y="3357221"/>
            <a:ext cx="11284525" cy="671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8288" lvl="0">
              <a:lnSpc>
                <a:spcPct val="107000"/>
              </a:lnSpc>
              <a:spcAft>
                <a:spcPts val="800"/>
              </a:spcAft>
            </a:pPr>
            <a:r>
              <a:rPr lang="ru-RU" sz="1800" b="1" dirty="0">
                <a:solidFill>
                  <a:schemeClr val="accent5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10.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Производная определенного интеграла по переменному верхнему пределу равна подынтегральной функции, в которой переменная интегрирования заменена пределом, т.е.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5EEC1B-8322-4822-9104-5982AAFECB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8247" y="4175805"/>
            <a:ext cx="2435499" cy="91331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40246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CADAA8-77CE-44B0-956C-FE15CDB0BBD4}"/>
              </a:ext>
            </a:extLst>
          </p:cNvPr>
          <p:cNvSpPr/>
          <p:nvPr/>
        </p:nvSpPr>
        <p:spPr>
          <a:xfrm>
            <a:off x="-206477" y="-314631"/>
            <a:ext cx="12634452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>
          <a:xfrm>
            <a:off x="817311" y="336733"/>
            <a:ext cx="10557375" cy="11367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</a:pPr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Интегральное исчисление </a:t>
            </a:r>
            <a:b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000" dirty="0"/>
              <a:t>Интегрирование подстановкой</a:t>
            </a:r>
            <a:endParaRPr lang="ru-RU" sz="2600" dirty="0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/>
              <p:nvPr/>
            </p:nvSpPr>
            <p:spPr>
              <a:xfrm>
                <a:off x="468486" y="1921688"/>
                <a:ext cx="11284525" cy="17661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8288" indent="17463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b="1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Теорема. 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Если:</a:t>
                </a:r>
              </a:p>
              <a:p>
                <a:pPr marL="534988" lvl="0" indent="17463">
                  <a:lnSpc>
                    <a:spcPct val="107000"/>
                  </a:lnSpc>
                  <a:buFont typeface="+mj-lt"/>
                  <a:buAutoNum type="arabicParenR"/>
                </a:pP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функция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𝜑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и ее производная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′=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𝜑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′(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800" u="sng" dirty="0">
                    <a:solidFill>
                      <a:schemeClr val="accent6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непрерывны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при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∈[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;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534988" lvl="0" indent="17463">
                  <a:lnSpc>
                    <a:spcPct val="107000"/>
                  </a:lnSpc>
                  <a:buFont typeface="+mj-lt"/>
                  <a:buAutoNum type="arabicParenR"/>
                </a:pP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множеством значений функции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𝜑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при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∈[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;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является </a:t>
                </a:r>
                <a:r>
                  <a:rPr lang="ru-RU" sz="1800" u="sng" dirty="0">
                    <a:solidFill>
                      <a:schemeClr val="accent6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отрезок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;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534988" lvl="0" indent="17463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3)</a:t>
                </a:r>
                <a14:m>
                  <m:oMath xmlns:m="http://schemas.openxmlformats.org/officeDocument/2006/math">
                    <m:r>
                      <a:rPr lang="ru-RU" sz="1800" b="0" i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ru-RU" sz="18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𝝋</m:t>
                    </m:r>
                    <m:d>
                      <m:dPr>
                        <m:ctrlPr>
                          <a:rPr lang="ru-RU" sz="18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8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𝜶</m:t>
                        </m:r>
                      </m:e>
                    </m:d>
                    <m:r>
                      <a:rPr lang="ru-RU" sz="1800" b="1" i="1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 sz="1800" b="1" i="1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𝒂</m:t>
                    </m:r>
                  </m:oMath>
                </a14:m>
                <a:r>
                  <a:rPr lang="ru-RU" sz="1800" b="1" i="1" dirty="0">
                    <a:solidFill>
                      <a:schemeClr val="accent6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и </a:t>
                </a:r>
                <a14:m>
                  <m:oMath xmlns:m="http://schemas.openxmlformats.org/officeDocument/2006/math">
                    <m:r>
                      <a:rPr lang="ru-RU" sz="18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𝝋</m:t>
                    </m:r>
                    <m:d>
                      <m:dPr>
                        <m:ctrlPr>
                          <a:rPr lang="ru-RU" sz="18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8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𝜷</m:t>
                        </m:r>
                      </m:e>
                    </m:d>
                    <m:r>
                      <a:rPr lang="ru-RU" sz="1800" b="1" i="1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800" b="1" i="1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𝒃</m:t>
                    </m:r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8288" indent="17463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то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486" y="1921688"/>
                <a:ext cx="11284525" cy="1766189"/>
              </a:xfrm>
              <a:prstGeom prst="rect">
                <a:avLst/>
              </a:prstGeom>
              <a:blipFill>
                <a:blip r:embed="rId4"/>
                <a:stretch>
                  <a:fillRect t="-1379" b="-448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F78DB0E-71BF-4987-BAD7-07F960EAEC2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373"/>
          <a:stretch/>
        </p:blipFill>
        <p:spPr bwMode="auto">
          <a:xfrm>
            <a:off x="4201347" y="3433756"/>
            <a:ext cx="3789305" cy="108481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AC784B2-D7EE-422F-8163-BAC507526C97}"/>
                  </a:ext>
                </a:extLst>
              </p:cNvPr>
              <p:cNvSpPr txBox="1"/>
              <p:nvPr/>
            </p:nvSpPr>
            <p:spPr>
              <a:xfrm>
                <a:off x="453735" y="4518567"/>
                <a:ext cx="11284525" cy="9905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b="1" dirty="0">
                    <a:solidFill>
                      <a:schemeClr val="accent3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Пример. 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Вычислить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  <m:e>
                        <m:sSup>
                          <m:sSup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ad>
                          <m:radPr>
                            <m:degHide m:val="on"/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4−</m:t>
                            </m:r>
                            <m:sSup>
                              <m:sSupPr>
                                <m:ctrlP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b="1" dirty="0">
                    <a:solidFill>
                      <a:schemeClr val="accent3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Решение. 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Положим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</m:t>
                    </m:r>
                    <m:func>
                      <m:func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u-RU" sz="18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func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тогда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𝑑𝑥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</m:t>
                    </m:r>
                    <m:func>
                      <m:func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u-RU" sz="18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func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𝑑𝑡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Если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то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; если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то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num>
                      <m:den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Поэтому</a:t>
                </a:r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AC784B2-D7EE-422F-8163-BAC507526C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735" y="4518567"/>
                <a:ext cx="11284525" cy="990592"/>
              </a:xfrm>
              <a:prstGeom prst="rect">
                <a:avLst/>
              </a:prstGeom>
              <a:blipFill>
                <a:blip r:embed="rId6"/>
                <a:stretch>
                  <a:fillRect t="-47239" b="-294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0A7EA1E-C7E8-4A88-B9AF-87E54B2A21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221" y="5454558"/>
            <a:ext cx="5225828" cy="90221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9486152-980C-43CC-A363-6F76B1B6384A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7134"/>
          <a:stretch/>
        </p:blipFill>
        <p:spPr>
          <a:xfrm>
            <a:off x="5820273" y="5536867"/>
            <a:ext cx="5642260" cy="124199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1021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CADAA8-77CE-44B0-956C-FE15CDB0BBD4}"/>
              </a:ext>
            </a:extLst>
          </p:cNvPr>
          <p:cNvSpPr/>
          <p:nvPr/>
        </p:nvSpPr>
        <p:spPr>
          <a:xfrm>
            <a:off x="-206477" y="-314631"/>
            <a:ext cx="12634452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>
          <a:xfrm>
            <a:off x="817311" y="336733"/>
            <a:ext cx="10557375" cy="11367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</a:pPr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Интегральное исчисление </a:t>
            </a:r>
            <a:b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000" dirty="0"/>
              <a:t>Интегрирование по частям</a:t>
            </a:r>
            <a:endParaRPr lang="ru-RU" sz="2600" dirty="0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/>
              <p:nvPr/>
            </p:nvSpPr>
            <p:spPr>
              <a:xfrm>
                <a:off x="468486" y="1921688"/>
                <a:ext cx="11284525" cy="6719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b="1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Теорема. 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Если функции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имеют непрерывные производные на отрезке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; </m:t>
                        </m:r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то имеет место формула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486" y="1921688"/>
                <a:ext cx="11284525" cy="671915"/>
              </a:xfrm>
              <a:prstGeom prst="rect">
                <a:avLst/>
              </a:prstGeom>
              <a:blipFill>
                <a:blip r:embed="rId4"/>
                <a:stretch>
                  <a:fillRect t="-3636" b="-1363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600CBC0-6D3B-4B6A-A770-99BB3714629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143" r="1530"/>
          <a:stretch/>
        </p:blipFill>
        <p:spPr bwMode="auto">
          <a:xfrm>
            <a:off x="4754978" y="2485273"/>
            <a:ext cx="2520769" cy="109843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07C6BBA-7BC2-48D9-9DF5-635E15DFC149}"/>
                  </a:ext>
                </a:extLst>
              </p:cNvPr>
              <p:cNvSpPr txBox="1"/>
              <p:nvPr/>
            </p:nvSpPr>
            <p:spPr>
              <a:xfrm>
                <a:off x="468486" y="3429000"/>
                <a:ext cx="11284525" cy="7173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8288"/>
                <a:r>
                  <a:rPr lang="ru-RU" b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Пример. </a:t>
                </a:r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Вычислить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ru-RU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𝑒</m:t>
                        </m:r>
                      </m:sup>
                      <m:e>
                        <m:r>
                          <a:rPr lang="ru-RU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func>
                          <m:funcPr>
                            <m:ctrlPr>
                              <a:rPr lang="ru-RU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ru-RU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ru-RU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func>
                        <m:r>
                          <a:rPr lang="ru-RU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68288"/>
                <a:r>
                  <a:rPr lang="ru-RU" b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Решение. </a:t>
                </a:r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Положим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07C6BBA-7BC2-48D9-9DF5-635E15DFC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486" y="3429000"/>
                <a:ext cx="11284525" cy="717312"/>
              </a:xfrm>
              <a:prstGeom prst="rect">
                <a:avLst/>
              </a:prstGeom>
              <a:blipFill>
                <a:blip r:embed="rId6"/>
                <a:stretch>
                  <a:fillRect t="-72650" b="-726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66DA5B1-C77C-41EE-AFF5-2ED5FCA9DD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4104" y="4064692"/>
            <a:ext cx="3633288" cy="10984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5367439-BC50-4D81-9D1D-F6C946E3C21C}"/>
              </a:ext>
            </a:extLst>
          </p:cNvPr>
          <p:cNvSpPr txBox="1"/>
          <p:nvPr/>
        </p:nvSpPr>
        <p:spPr>
          <a:xfrm>
            <a:off x="480720" y="5063202"/>
            <a:ext cx="11284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8288"/>
            <a:r>
              <a:rPr lang="ru-RU" dirty="0">
                <a:latin typeface="Calibri" panose="020F0502020204030204" pitchFamily="34" charset="0"/>
                <a:cs typeface="Times New Roman" panose="02020603050405020304" pitchFamily="18" charset="0"/>
              </a:rPr>
              <a:t>Применяя формулу, получаем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1C93E89-1329-4A8D-9E1D-C758DFD1EE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00528" y="5367854"/>
            <a:ext cx="6029667" cy="137090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03067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CADAA8-77CE-44B0-956C-FE15CDB0BBD4}"/>
              </a:ext>
            </a:extLst>
          </p:cNvPr>
          <p:cNvSpPr/>
          <p:nvPr/>
        </p:nvSpPr>
        <p:spPr>
          <a:xfrm>
            <a:off x="-206477" y="-314631"/>
            <a:ext cx="12634452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>
          <a:xfrm>
            <a:off x="817311" y="336733"/>
            <a:ext cx="10557375" cy="11367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</a:pPr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Интегральное исчисление </a:t>
            </a:r>
            <a:b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000" dirty="0"/>
              <a:t>Интегрирование четных и нечетных функций</a:t>
            </a:r>
            <a:endParaRPr lang="ru-RU" sz="2600" dirty="0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/>
              <p:nvPr/>
            </p:nvSpPr>
            <p:spPr>
              <a:xfrm>
                <a:off x="468486" y="1921688"/>
                <a:ext cx="11284525" cy="6712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b="1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Теорема. 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Пусть  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 – интегрируемая на промежутке </a:t>
                </a:r>
                <a14:m>
                  <m:oMath xmlns:m="http://schemas.openxmlformats.org/officeDocument/2006/math">
                    <m:r>
                      <a:rPr lang="ru-RU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четная функция (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(–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ru-RU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). 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Тогда интеграл от  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 в симметричных пределах равен </a:t>
                </a:r>
                <a:r>
                  <a:rPr lang="ru-RU" sz="1800" u="sng" dirty="0">
                    <a:solidFill>
                      <a:schemeClr val="accent6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удвоенному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интегралу по половинному промежутку: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486" y="1921688"/>
                <a:ext cx="11284525" cy="671209"/>
              </a:xfrm>
              <a:prstGeom prst="rect">
                <a:avLst/>
              </a:prstGeom>
              <a:blipFill>
                <a:blip r:embed="rId4"/>
                <a:stretch>
                  <a:fillRect t="-3636" b="-1363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9BA030F-EDA9-4986-BF1E-75882701C3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5921" y="2736352"/>
            <a:ext cx="2809654" cy="97299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E4CC6E-385D-4AF9-881A-09E1590D8378}"/>
                  </a:ext>
                </a:extLst>
              </p:cNvPr>
              <p:cNvSpPr txBox="1"/>
              <p:nvPr/>
            </p:nvSpPr>
            <p:spPr>
              <a:xfrm>
                <a:off x="468486" y="3855725"/>
                <a:ext cx="1128452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8288"/>
                <a:r>
                  <a:rPr lang="ru-RU" b="1" dirty="0">
                    <a:solidFill>
                      <a:schemeClr val="accent1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Теорема. </a:t>
                </a:r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Пусть  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  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– интегрируемая на промежутке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[−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нечетная функция (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(–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 = – 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). Тогда интеграл от  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 в симметричных пределах равен </a:t>
                </a:r>
                <a:r>
                  <a:rPr lang="ru-RU" u="sng" dirty="0">
                    <a:solidFill>
                      <a:schemeClr val="accent6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нулю</a:t>
                </a:r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E4CC6E-385D-4AF9-881A-09E1590D8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486" y="3855725"/>
                <a:ext cx="11284525" cy="646331"/>
              </a:xfrm>
              <a:prstGeom prst="rect">
                <a:avLst/>
              </a:prstGeom>
              <a:blipFill>
                <a:blip r:embed="rId6"/>
                <a:stretch>
                  <a:fillRect t="-5660" b="-132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57CB6DB-86B4-40A8-8803-9B00DB0CF2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7489" y="4648436"/>
            <a:ext cx="1997017" cy="1145576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98795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CADAA8-77CE-44B0-956C-FE15CDB0BBD4}"/>
              </a:ext>
            </a:extLst>
          </p:cNvPr>
          <p:cNvSpPr/>
          <p:nvPr/>
        </p:nvSpPr>
        <p:spPr>
          <a:xfrm>
            <a:off x="-206477" y="-314631"/>
            <a:ext cx="12634452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>
          <a:xfrm>
            <a:off x="817311" y="336733"/>
            <a:ext cx="10557375" cy="11367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</a:pPr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Интегральное исчисление </a:t>
            </a:r>
            <a:b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000" dirty="0"/>
              <a:t>Несобственный интеграл</a:t>
            </a:r>
            <a:endParaRPr lang="ru-RU" sz="2600" dirty="0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/>
              <p:nvPr/>
            </p:nvSpPr>
            <p:spPr>
              <a:xfrm>
                <a:off x="468486" y="1832815"/>
                <a:ext cx="11284525" cy="12306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b="1" dirty="0">
                    <a:solidFill>
                      <a:schemeClr val="accent5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Определение. </a:t>
                </a:r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Пусть функция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непрерывна на промежутке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[а; +∞)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 Если существует конечный предел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ru-RU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ru-RU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→+∞</m:t>
                            </m:r>
                          </m:lim>
                        </m:limLow>
                      </m:fName>
                      <m:e>
                        <m:nary>
                          <m:naryPr>
                            <m:limLoc m:val="subSup"/>
                            <m:ctrlPr>
                              <a:rPr lang="ru-RU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ru-RU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ru-RU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sup>
                          <m:e>
                            <m:r>
                              <a:rPr lang="ru-RU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ru-RU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ru-RU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𝑑𝑥</m:t>
                            </m:r>
                          </m:e>
                        </m:nary>
                      </m:e>
                    </m:func>
                  </m:oMath>
                </a14:m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то его называют несобственным интегралом первого рода и обозначают 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ctrlP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ru-RU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  <m:sup>
                        <m:r>
                          <a:rPr lang="ru-RU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+∞</m:t>
                        </m:r>
                      </m:sup>
                      <m:e>
                        <m:r>
                          <a:rPr lang="ru-RU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ru-RU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ru-RU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Таким образом, по определению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486" y="1832815"/>
                <a:ext cx="11284525" cy="1230658"/>
              </a:xfrm>
              <a:prstGeom prst="rect">
                <a:avLst/>
              </a:prstGeom>
              <a:blipFill>
                <a:blip r:embed="rId4"/>
                <a:stretch>
                  <a:fillRect t="-12871" b="-297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CADF983-74BF-4C9A-BFCF-5E3984052D6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0231" r="1260" b="5844"/>
          <a:stretch/>
        </p:blipFill>
        <p:spPr bwMode="auto">
          <a:xfrm>
            <a:off x="4257887" y="2907837"/>
            <a:ext cx="3705722" cy="88669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25BF0E-8E00-4A52-A624-BC5389BEC7BC}"/>
                  </a:ext>
                </a:extLst>
              </p:cNvPr>
              <p:cNvSpPr txBox="1"/>
              <p:nvPr/>
            </p:nvSpPr>
            <p:spPr>
              <a:xfrm>
                <a:off x="468486" y="3715931"/>
                <a:ext cx="11284525" cy="35856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8288"/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В этом случае говорят, что несобственный интеграл </a:t>
                </a:r>
                <a:r>
                  <a:rPr lang="ru-RU" u="sng" dirty="0">
                    <a:solidFill>
                      <a:schemeClr val="accent6">
                        <a:lumMod val="75000"/>
                      </a:schemeClr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сходится</a:t>
                </a:r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. Если же указанный предел не существует или он бесконечен, то говорят, что интеграл </a:t>
                </a:r>
                <a:r>
                  <a:rPr lang="ru-RU" u="sng" dirty="0">
                    <a:solidFill>
                      <a:schemeClr val="accent6">
                        <a:lumMod val="75000"/>
                      </a:schemeClr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расходится</a:t>
                </a:r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68288"/>
                <a:endParaRPr lang="ru-RU" sz="3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b="1" dirty="0">
                    <a:solidFill>
                      <a:schemeClr val="accent1">
                        <a:lumMod val="75000"/>
                      </a:schemeClr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Теорема (признак сравнения).</a:t>
                </a:r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Если на промежутке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[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𝑎</m:t>
                    </m:r>
                    <m:r>
                      <a:rPr lang="ru-RU">
                        <a:latin typeface="Cambria Math" panose="02040503050406030204" pitchFamily="18" charset="0"/>
                      </a:rPr>
                      <m:t>;+∞)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непрерывные функции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𝜑</m:t>
                    </m:r>
                    <m:r>
                      <a:rPr lang="ru-RU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удовлетворяют условию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0≤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ru-RU">
                        <a:latin typeface="Cambria Math" panose="02040503050406030204" pitchFamily="18" charset="0"/>
                      </a:rPr>
                      <m:t>≤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𝜑</m:t>
                    </m:r>
                    <m:r>
                      <a:rPr lang="ru-RU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, то из </a:t>
                </a:r>
                <a:r>
                  <a:rPr lang="ru-RU" u="sng" dirty="0">
                    <a:solidFill>
                      <a:schemeClr val="accent6">
                        <a:lumMod val="75000"/>
                      </a:schemeClr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сходимости</a:t>
                </a:r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интеграла 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ru-RU"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ru-RU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следует </a:t>
                </a:r>
                <a:r>
                  <a:rPr lang="ru-RU" u="sng" dirty="0">
                    <a:solidFill>
                      <a:schemeClr val="accent6">
                        <a:lumMod val="75000"/>
                      </a:schemeClr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сходимость</a:t>
                </a:r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интеграла 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ru-RU"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ru-RU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, а из </a:t>
                </a:r>
                <a:r>
                  <a:rPr lang="ru-RU" u="sng" dirty="0">
                    <a:solidFill>
                      <a:schemeClr val="accent6">
                        <a:lumMod val="75000"/>
                      </a:schemeClr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расходимости</a:t>
                </a:r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интеграла 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ru-RU"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ru-RU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следует </a:t>
                </a:r>
                <a:r>
                  <a:rPr lang="ru-RU" u="sng" dirty="0">
                    <a:solidFill>
                      <a:schemeClr val="accent6">
                        <a:lumMod val="75000"/>
                      </a:schemeClr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расходимость</a:t>
                </a:r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интеграла 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ru-RU"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ru-RU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b="1" dirty="0">
                    <a:solidFill>
                      <a:schemeClr val="accent1">
                        <a:lumMod val="75000"/>
                      </a:schemeClr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Теорема.</a:t>
                </a:r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Если существует предел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ru-RU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𝜑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func>
                    <m:r>
                      <a:rPr lang="ru-RU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>
                        <a:latin typeface="Cambria Math" panose="02040503050406030204" pitchFamily="18" charset="0"/>
                      </a:rPr>
                      <m:t>,0&lt;</m:t>
                    </m:r>
                    <m:r>
                      <a:rPr lang="ru-RU"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>
                        <a:latin typeface="Cambria Math" panose="02040503050406030204" pitchFamily="18" charset="0"/>
                      </a:rPr>
                      <m:t>&lt;∞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ru-RU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ru-RU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), то интегралы 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ru-RU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а</m:t>
                        </m:r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ru-RU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ru-RU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ru-RU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u="sng" dirty="0">
                    <a:solidFill>
                      <a:schemeClr val="accent6">
                        <a:lumMod val="75000"/>
                      </a:schemeClr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одновременно</a:t>
                </a:r>
                <a:r>
                  <a:rPr lang="ru-RU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оба сходятся или оба расходятся.</a:t>
                </a:r>
              </a:p>
              <a:p>
                <a:pPr marL="268288"/>
                <a:endParaRPr lang="ru-RU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25BF0E-8E00-4A52-A624-BC5389BEC7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486" y="3715931"/>
                <a:ext cx="11284525" cy="3585662"/>
              </a:xfrm>
              <a:prstGeom prst="rect">
                <a:avLst/>
              </a:prstGeom>
              <a:blipFill>
                <a:blip r:embed="rId6"/>
                <a:stretch>
                  <a:fillRect l="-1297" t="-1020" r="-540" b="-88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976369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CADAA8-77CE-44B0-956C-FE15CDB0BBD4}"/>
              </a:ext>
            </a:extLst>
          </p:cNvPr>
          <p:cNvSpPr/>
          <p:nvPr/>
        </p:nvSpPr>
        <p:spPr>
          <a:xfrm>
            <a:off x="-206477" y="-314631"/>
            <a:ext cx="12634452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>
          <a:xfrm>
            <a:off x="817311" y="336733"/>
            <a:ext cx="10557375" cy="11367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</a:pPr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Интегральное исчисление </a:t>
            </a:r>
            <a:b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000" dirty="0"/>
              <a:t>Несобственный интеграл</a:t>
            </a:r>
            <a:endParaRPr lang="ru-RU" sz="2600" dirty="0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/>
              <p:nvPr/>
            </p:nvSpPr>
            <p:spPr>
              <a:xfrm>
                <a:off x="468486" y="1921688"/>
                <a:ext cx="11344823" cy="16394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b="1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Определение.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Пусть функция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непрерывна на промежутке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и имеет бесконечный разрыв при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 Если существует конечный предел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ru-RU" sz="18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𝜀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nary>
                          <m:naryPr>
                            <m:limLoc m:val="subSup"/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𝜀</m:t>
                            </m:r>
                          </m:sup>
                          <m:e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𝑑𝑥</m:t>
                            </m:r>
                          </m:e>
                        </m:nary>
                      </m:e>
                    </m:func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то его называют несобственным интегралом </a:t>
                </a:r>
                <a:r>
                  <a:rPr lang="ru-RU" sz="1800" u="sng" dirty="0">
                    <a:solidFill>
                      <a:schemeClr val="accent6">
                        <a:lumMod val="75000"/>
                      </a:schemeClr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второго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рода и обозначают 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  <m: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</m:sup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68288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Таким образом, по определению,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9D6F0A-00E7-4C8C-A893-195F83976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486" y="1921688"/>
                <a:ext cx="11344823" cy="1639423"/>
              </a:xfrm>
              <a:prstGeom prst="rect">
                <a:avLst/>
              </a:prstGeom>
              <a:blipFill>
                <a:blip r:embed="rId4"/>
                <a:stretch>
                  <a:fillRect t="-10037" r="-322" b="-241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85A5341-A4CF-4505-A741-6EFBE31AB6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6025" y="3429000"/>
            <a:ext cx="2939949" cy="8380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B8445B2-0189-4929-8597-F3973F7EE8A4}"/>
                  </a:ext>
                </a:extLst>
              </p:cNvPr>
              <p:cNvSpPr txBox="1"/>
              <p:nvPr/>
            </p:nvSpPr>
            <p:spPr>
              <a:xfrm>
                <a:off x="570086" y="4350705"/>
                <a:ext cx="11344823" cy="23074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8288"/>
                <a:r>
                  <a:rPr lang="ru-RU" b="1" dirty="0">
                    <a:solidFill>
                      <a:schemeClr val="accent1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Теорема. </a:t>
                </a:r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Пусть на промежутке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функции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𝜑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(х)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непрерывны, при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терпят бесконечный разрыв и удовлетворяют условию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0≤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𝜑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 Из </a:t>
                </a:r>
                <a:r>
                  <a:rPr lang="ru-RU" u="sng" dirty="0">
                    <a:solidFill>
                      <a:schemeClr val="accent6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сходимости</a:t>
                </a:r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интеграла 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ctrlP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ru-RU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  <m:sup>
                        <m:r>
                          <a:rPr lang="ru-RU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</m:sup>
                      <m:e>
                        <m:r>
                          <a:rPr lang="ru-RU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ru-RU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ru-RU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вытекает </a:t>
                </a:r>
                <a:r>
                  <a:rPr lang="ru-RU" u="sng" dirty="0">
                    <a:solidFill>
                      <a:schemeClr val="accent6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сходимость</a:t>
                </a:r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интеграла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ctrlP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ru-RU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  <m:sup>
                        <m:r>
                          <a:rPr lang="ru-RU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</m:sup>
                      <m:e>
                        <m:r>
                          <a:rPr lang="ru-RU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ru-RU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ru-RU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а из </a:t>
                </a:r>
                <a:r>
                  <a:rPr lang="ru-RU" u="sng" dirty="0">
                    <a:solidFill>
                      <a:schemeClr val="accent6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расходимости</a:t>
                </a:r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интеграла 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ctrlP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ru-RU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  <m:sup>
                        <m:r>
                          <a:rPr lang="ru-RU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</m:sup>
                      <m:e>
                        <m:r>
                          <a:rPr lang="ru-RU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ru-RU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ru-RU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вытекает </a:t>
                </a:r>
                <a:r>
                  <a:rPr lang="ru-RU" u="sng" dirty="0">
                    <a:solidFill>
                      <a:schemeClr val="accent6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расходимость</a:t>
                </a:r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интеграла 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ctrlP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ru-RU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  <m:sup>
                        <m:r>
                          <a:rPr lang="ru-RU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</m:sup>
                      <m:e>
                        <m:r>
                          <a:rPr lang="ru-RU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ru-RU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ru-RU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68288"/>
                <a:endParaRPr lang="ru-RU" sz="1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68288"/>
                <a:r>
                  <a:rPr lang="ru-RU" b="1" dirty="0">
                    <a:solidFill>
                      <a:schemeClr val="accent1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Теорема. </a:t>
                </a:r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Пусть функции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𝜑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(х)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непрерывны на промежутке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и в точке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терпят разрыв. Если существует предел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ru-RU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→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ru-RU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ru-RU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𝜑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den>
                        </m:f>
                      </m:e>
                    </m:func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,0&lt;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ru-RU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&lt;∞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то интегралы 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ctrlP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ru-RU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  <m:sup>
                        <m:r>
                          <a:rPr lang="ru-RU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</m:sup>
                      <m:e>
                        <m:r>
                          <a:rPr lang="ru-RU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ru-RU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ru-RU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ctrlPr>
                          <a:rPr lang="ru-RU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ru-RU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  <m:sup>
                        <m:r>
                          <a:rPr lang="ru-RU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</m:sup>
                      <m:e>
                        <m:r>
                          <a:rPr lang="ru-RU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ru-RU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ru-RU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u="sng" dirty="0">
                    <a:solidFill>
                      <a:schemeClr val="accent6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одновременно</a:t>
                </a:r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сходятся или </a:t>
                </a:r>
                <a:r>
                  <a:rPr lang="ru-RU" u="sng" dirty="0">
                    <a:solidFill>
                      <a:schemeClr val="accent6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одновременно</a:t>
                </a:r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расходятся.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B8445B2-0189-4929-8597-F3973F7EE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086" y="4350705"/>
                <a:ext cx="11344823" cy="2307491"/>
              </a:xfrm>
              <a:prstGeom prst="rect">
                <a:avLst/>
              </a:prstGeom>
              <a:blipFill>
                <a:blip r:embed="rId6"/>
                <a:stretch>
                  <a:fillRect t="-8995" b="-195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104592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CADAA8-77CE-44B0-956C-FE15CDB0BBD4}"/>
              </a:ext>
            </a:extLst>
          </p:cNvPr>
          <p:cNvSpPr/>
          <p:nvPr/>
        </p:nvSpPr>
        <p:spPr>
          <a:xfrm>
            <a:off x="-206477" y="-314631"/>
            <a:ext cx="12634452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>
          <a:xfrm>
            <a:off x="817311" y="336733"/>
            <a:ext cx="10557375" cy="11367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</a:pPr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Интегральное</a:t>
            </a: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исчисление </a:t>
            </a:r>
            <a:b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000" dirty="0"/>
              <a:t>Задачи для самостоятельного решения</a:t>
            </a:r>
            <a:endParaRPr lang="ru-RU" sz="2600" dirty="0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8EB61A8-6011-49D1-B9EB-4F3BF9C59C9B}"/>
                  </a:ext>
                </a:extLst>
              </p:cNvPr>
              <p:cNvSpPr txBox="1"/>
              <p:nvPr/>
            </p:nvSpPr>
            <p:spPr>
              <a:xfrm>
                <a:off x="504128" y="1852161"/>
                <a:ext cx="11213242" cy="46372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8288"/>
                <a:r>
                  <a:rPr lang="en-US" b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r>
                  <a:rPr lang="ru-RU" b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r>
                  <a:rPr lang="en-US" b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Какой знак имеет число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ru-RU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naryPr>
                      <m:sub>
                        <m:r>
                          <a:rPr lang="ru-RU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−1</m:t>
                        </m:r>
                      </m:sub>
                      <m:sup>
                        <m:r>
                          <a:rPr lang="ru-RU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p>
                      <m:e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ru-RU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ru-RU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a:rPr lang="ru-RU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−1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ru-RU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radPr>
                              <m:deg/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𝑥</m:t>
                                    </m:r>
                                  </m:e>
                                </m:func>
                              </m:e>
                            </m:rad>
                          </m:den>
                        </m:f>
                        <m:r>
                          <a:rPr lang="ru-RU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?</a:t>
                </a: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68288" algn="r"/>
                <a:r>
                  <a:rPr lang="en-US" dirty="0">
                    <a:effectLst/>
                    <a:ea typeface="Times New Roman" panose="02020603050405020304" pitchFamily="18" charset="0"/>
                  </a:rPr>
                  <a:t>(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Число положительно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lang="ru-RU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68288" algn="r"/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268288"/>
                <a:r>
                  <a:rPr lang="en-US" b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2.</a:t>
                </a:r>
                <a:r>
                  <a:rPr lang="ru-RU" b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Найти знак числа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ru-RU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naryPr>
                      <m:sub>
                        <m:r>
                          <a:rPr lang="ru-RU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𝜋</m:t>
                        </m:r>
                      </m:sup>
                      <m:e>
                        <m:func>
                          <m:funcPr>
                            <m:ctrlPr>
                              <a:rPr lang="ru-RU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sin</m:t>
                            </m:r>
                          </m:fName>
                          <m:e>
                            <m:sSup>
                              <m:sSupPr>
                                <m:ctrlPr>
                                  <a:rPr lang="ru-RU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ru-RU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func>
                        <m:r>
                          <a:rPr lang="en-US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68288" algn="r"/>
                <a:r>
                  <a:rPr lang="en-US" sz="18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RU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m:t>Больше нуля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lang="ru-RU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68288" algn="r"/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268288"/>
                <a:r>
                  <a:rPr lang="en-US" b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3. 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Найти среднее значение функции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ru-RU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  <m:r>
                      <a:rPr lang="ru-RU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ru-RU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naryPr>
                      <m:sub>
                        <m:r>
                          <a:rPr lang="ru-RU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sub>
                      <m:sup>
                        <m:r>
                          <a:rPr lang="ru-RU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p>
                      <m:e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ru-RU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ru-RU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ru-RU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ru-RU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  <m:r>
                          <a:rPr lang="ru-RU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𝑑𝑡</m:t>
                        </m:r>
                      </m:e>
                    </m:nary>
                  </m:oMath>
                </a14:m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 на отрезке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[0,1]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68288" algn="r"/>
                <a:r>
                  <a:rPr lang="en-US" dirty="0">
                    <a:effectLst/>
                    <a:ea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ru-RU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𝒆</m:t>
                        </m:r>
                        <m:r>
                          <a:rPr lang="ru-RU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−</m:t>
                        </m:r>
                        <m:r>
                          <a:rPr lang="ru-RU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𝟏</m:t>
                        </m:r>
                      </m:num>
                      <m:den>
                        <m:r>
                          <a:rPr lang="ru-RU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𝟐</m:t>
                        </m:r>
                        <m:r>
                          <a:rPr lang="ru-RU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𝒆</m:t>
                        </m:r>
                      </m:den>
                    </m:f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  <a:endParaRPr lang="ru-RU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68288" algn="r"/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68288"/>
                <a:r>
                  <a:rPr lang="en-US" b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4.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Сходится ли несобственный интеграл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ru-RU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naryPr>
                      <m:sub>
                        <m:r>
                          <a:rPr lang="en-US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𝜋</m:t>
                        </m:r>
                      </m:sub>
                      <m:sup>
                        <m:r>
                          <a:rPr lang="ru-RU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ru-RU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e>
                            </m:func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den>
                        </m:f>
                        <m:r>
                          <a:rPr lang="en-US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?</a:t>
                </a: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68288" algn="r"/>
                <a:r>
                  <a:rPr lang="en-US" dirty="0">
                    <a:effectLst/>
                    <a:ea typeface="Times New Roman" panose="02020603050405020304" pitchFamily="18" charset="0"/>
                  </a:rPr>
                  <a:t>(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Сходится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lang="ru-RU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68288" algn="r"/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268288"/>
                <a:r>
                  <a:rPr lang="en-US" b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5.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Найти все решения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ru-RU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ru-RU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ru-RU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 уравнения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  <m:sup>
                        <m:r>
                          <a:rPr lang="ru-RU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ru-RU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  <m:r>
                      <a:rPr lang="ru-RU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ru-RU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ru-RU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  <m:r>
                      <a:rPr lang="ru-RU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nary>
                      <m:naryPr>
                        <m:limLoc m:val="undOvr"/>
                        <m:ctrlPr>
                          <a:rPr lang="ru-RU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naryPr>
                      <m:sub>
                        <m:r>
                          <a:rPr lang="ru-RU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  <m:sup>
                        <m:r>
                          <a:rPr lang="ru-RU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p>
                      <m:e>
                        <m:r>
                          <a:rPr lang="ru-RU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𝑦</m:t>
                        </m:r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ru-RU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</m:d>
                        <m:r>
                          <a:rPr lang="ru-RU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68288" algn="r"/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ru-RU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  <m:r>
                      <a:rPr lang="ru-RU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ru-RU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1−</m:t>
                        </m:r>
                        <m:r>
                          <a:rPr lang="ru-RU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𝑒</m:t>
                        </m:r>
                      </m:e>
                    </m:d>
                    <m:r>
                      <a:rPr lang="ru-RU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</m:t>
                    </m:r>
                    <m:r>
                      <a:rPr lang="ru-RU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+2</m:t>
                    </m:r>
                    <m:r>
                      <a:rPr lang="ru-RU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𝑒</m:t>
                        </m:r>
                      </m:e>
                      <m:sup>
                        <m:r>
                          <a:rPr lang="ru-RU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8EB61A8-6011-49D1-B9EB-4F3BF9C59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128" y="1852161"/>
                <a:ext cx="11213242" cy="4637232"/>
              </a:xfrm>
              <a:prstGeom prst="rect">
                <a:avLst/>
              </a:prstGeom>
              <a:blipFill>
                <a:blip r:embed="rId4"/>
                <a:stretch>
                  <a:fillRect t="-10250" r="-870" b="-10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919245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CADAA8-77CE-44B0-956C-FE15CDB0BBD4}"/>
              </a:ext>
            </a:extLst>
          </p:cNvPr>
          <p:cNvSpPr/>
          <p:nvPr/>
        </p:nvSpPr>
        <p:spPr>
          <a:xfrm>
            <a:off x="-206477" y="-314631"/>
            <a:ext cx="12634452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>
          <a:xfrm>
            <a:off x="817311" y="336733"/>
            <a:ext cx="10557375" cy="113679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spcAft>
                <a:spcPts val="1800"/>
              </a:spcAft>
            </a:pPr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Интегральное</a:t>
            </a: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исчисление </a:t>
            </a:r>
            <a:b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000" dirty="0"/>
              <a:t>Задачи для самостоятельного решения</a:t>
            </a:r>
            <a:endParaRPr lang="ru-RU" sz="2600" dirty="0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8EB61A8-6011-49D1-B9EB-4F3BF9C59C9B}"/>
                  </a:ext>
                </a:extLst>
              </p:cNvPr>
              <p:cNvSpPr txBox="1"/>
              <p:nvPr/>
            </p:nvSpPr>
            <p:spPr>
              <a:xfrm>
                <a:off x="504128" y="1725828"/>
                <a:ext cx="11213242" cy="50696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8288"/>
                <a:r>
                  <a:rPr lang="ru-RU" b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6.</a:t>
                </a:r>
                <a:r>
                  <a:rPr lang="en-US" b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Вычислить интеграл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ru-RU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naryPr>
                      <m:sub>
                        <m:r>
                          <a:rPr lang="ru-RU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  <m:sup>
                        <m:r>
                          <a:rPr lang="ru-RU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p>
                      <m:e>
                        <m:r>
                          <a:rPr lang="en-US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𝑓</m:t>
                        </m:r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где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  <m:r>
                      <a:rPr lang="ru-RU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func>
                      <m:funcPr>
                        <m:ctrlPr>
                          <a:rPr lang="ru-RU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ru-RU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min</m:t>
                            </m:r>
                          </m:e>
                          <m:lim>
                            <m:r>
                              <a:rPr lang="ru-RU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𝑦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∈[0,1]</m:t>
                            </m:r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ru-RU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ru-RU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max</m:t>
                            </m:r>
                          </m:fName>
                          <m:e>
                            <m:r>
                              <a:rPr lang="ru-RU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{4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−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𝑦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;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𝑦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}</m:t>
                            </m:r>
                          </m:e>
                        </m:func>
                      </m:e>
                    </m:func>
                  </m:oMath>
                </a14:m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68288" algn="r"/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RU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m:t>1,25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lang="ru-RU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68288" algn="r"/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268288"/>
                <a:r>
                  <a:rPr lang="ru-RU" b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7</a:t>
                </a:r>
                <a:r>
                  <a:rPr lang="en-US" b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r>
                  <a:rPr lang="ru-RU" b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Вычислить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ru-RU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naryPr>
                      <m:sub/>
                      <m:sup/>
                      <m:e>
                        <m:func>
                          <m:funcPr>
                            <m:ctrlPr>
                              <a:rPr lang="ru-RU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ru-RU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(5+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+2</m:t>
                            </m:r>
                            <m:rad>
                              <m:radPr>
                                <m:degHide m:val="on"/>
                                <m:ctrlPr>
                                  <a:rPr lang="ru-RU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e>
                            </m:rad>
                            <m:r>
                              <a:rPr lang="ru-RU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)</m:t>
                            </m:r>
                          </m:e>
                        </m:func>
                        <m:r>
                          <a:rPr lang="en-US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68288" algn="r"/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func>
                      <m:funcPr>
                        <m:ctrlPr>
                          <a:rPr lang="ru-RU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u-RU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ru-RU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5+2</m:t>
                            </m:r>
                            <m:rad>
                              <m:radPr>
                                <m:degHide m:val="on"/>
                                <m:ctrlPr>
                                  <a:rPr lang="ru-RU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e>
                            </m:rad>
                            <m:r>
                              <a:rPr lang="ru-RU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+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ru-RU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r>
                      <a:rPr lang="ru-RU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ru-RU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+2</m:t>
                    </m:r>
                    <m:rad>
                      <m:radPr>
                        <m:degHide m:val="on"/>
                        <m:ctrlPr>
                          <a:rPr lang="ru-RU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radPr>
                      <m:deg/>
                      <m:e>
                        <m:r>
                          <a:rPr lang="ru-RU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rad>
                    <m:r>
                      <a:rPr lang="ru-RU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+3</m:t>
                    </m:r>
                    <m:func>
                      <m:funcPr>
                        <m:ctrlPr>
                          <a:rPr lang="ru-RU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u-RU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ru-RU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5+2</m:t>
                            </m:r>
                            <m:rad>
                              <m:radPr>
                                <m:degHide m:val="on"/>
                                <m:ctrlPr>
                                  <a:rPr lang="ru-RU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e>
                            </m:rad>
                            <m:r>
                              <a:rPr lang="ru-RU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+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ru-RU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−8 </m:t>
                    </m:r>
                    <m:r>
                      <a:rPr lang="ru-RU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𝑎𝑟𝑐𝑡𝑔</m:t>
                    </m:r>
                    <m:r>
                      <a:rPr lang="ru-RU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ru-RU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radPr>
                          <m:deg/>
                          <m:e>
                            <m:r>
                              <a:rPr lang="ru-RU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</m:rad>
                        <m:r>
                          <a:rPr lang="ru-RU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+1</m:t>
                        </m:r>
                      </m:num>
                      <m:den>
                        <m:r>
                          <a:rPr lang="ru-RU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den>
                    </m:f>
                    <m:r>
                      <a:rPr lang="ru-RU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ru-RU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lang="ru-RU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68288" algn="r"/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68288"/>
                <a:r>
                  <a:rPr lang="ru-RU" b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8</a:t>
                </a:r>
                <a:r>
                  <a:rPr lang="en-US" b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При каких значениях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ru-RU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&gt;0, </m:t>
                    </m:r>
                    <m:r>
                      <a:rPr lang="ru-RU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𝑏</m:t>
                    </m:r>
                    <m:r>
                      <a:rPr lang="ru-RU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&gt;0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 сходится несобственный интеграл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ru-RU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naryPr>
                      <m:sub>
                        <m:r>
                          <a:rPr lang="en-US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sub>
                      <m:sup>
                        <m:r>
                          <a:rPr lang="ru-RU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+∞</m:t>
                        </m:r>
                      </m:sup>
                      <m:e>
                        <m:func>
                          <m:funcPr>
                            <m:ctrlPr>
                              <a:rPr lang="ru-RU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ru-RU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  <m:r>
                                  <a:rPr lang="ru-RU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  <a:cs typeface="Calibri" panose="020F050202020403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>
                                            <a:latin typeface="Cambria Math" panose="02040503050406030204" pitchFamily="18" charset="0"/>
                                            <a:cs typeface="Calibri" panose="020F0502020204030204" pitchFamily="34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  <a:cs typeface="Calibri" panose="020F0502020204030204" pitchFamily="3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ru-RU"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  <a:cs typeface="Calibri" panose="020F050202020403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>
                                            <a:latin typeface="Cambria Math" panose="02040503050406030204" pitchFamily="18" charset="0"/>
                                            <a:cs typeface="Calibri" panose="020F0502020204030204" pitchFamily="34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  <a:cs typeface="Calibri" panose="020F0502020204030204" pitchFamily="3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  <a:cs typeface="Calibri" panose="020F050202020403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>
                                            <a:latin typeface="Cambria Math" panose="02040503050406030204" pitchFamily="18" charset="0"/>
                                            <a:cs typeface="Calibri" panose="020F0502020204030204" pitchFamily="34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  <a:cs typeface="Calibri" panose="020F0502020204030204" pitchFamily="3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ru-RU"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  <a:cs typeface="Calibri" panose="020F050202020403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>
                                            <a:latin typeface="Cambria Math" panose="02040503050406030204" pitchFamily="18" charset="0"/>
                                            <a:cs typeface="Calibri" panose="020F0502020204030204" pitchFamily="34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ru-RU">
                                            <a:latin typeface="Cambria Math" panose="02040503050406030204" pitchFamily="18" charset="0"/>
                                            <a:cs typeface="Calibri" panose="020F0502020204030204" pitchFamily="3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  <m:r>
                                  <a:rPr lang="ru-RU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−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den>
                            </m:f>
                            <m:r>
                              <a:rPr lang="en-US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𝑑𝑥</m:t>
                            </m:r>
                          </m:e>
                        </m:func>
                      </m:e>
                    </m:nary>
                  </m:oMath>
                </a14:m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?</a:t>
                </a: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68288" algn="r"/>
                <a:r>
                  <a:rPr lang="en-US" dirty="0">
                    <a:effectLst/>
                    <a:ea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RU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m:t>При </m:t>
                    </m:r>
                    <m:r>
                      <a:rPr lang="en-US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ru-RU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𝑏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lang="ru-RU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68288" algn="r"/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268288"/>
                <a:r>
                  <a:rPr lang="ru-RU" b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9</a:t>
                </a:r>
                <a:r>
                  <a:rPr lang="en-US" b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Вычислить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ru-RU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naryPr>
                      <m:sub>
                        <m:r>
                          <a:rPr lang="en-US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𝑑𝑥</m:t>
                            </m:r>
                          </m:num>
                          <m:den>
                            <m:sSup>
                              <m:sSupPr>
                                <m:ctrlPr>
                                  <a:rPr lang="ru-RU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US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+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den>
                        </m:f>
                      </m:e>
                    </m:nary>
                  </m:oMath>
                </a14:m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68288" algn="r"/>
                <a:r>
                  <a:rPr lang="en-US" dirty="0">
                    <a:effectLst/>
                    <a:ea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ru-RU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𝒍𝒏</m:t>
                        </m:r>
                        <m:r>
                          <a:rPr lang="ru-RU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ru-RU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𝟐</m:t>
                        </m:r>
                      </m:num>
                      <m:den>
                        <m:r>
                          <a:rPr lang="ru-RU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  <a:endParaRPr lang="ru-RU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68288" algn="r"/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68288"/>
                <a:r>
                  <a:rPr lang="ru-RU" b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10</a:t>
                </a:r>
                <a:r>
                  <a:rPr lang="en-US" b="1" dirty="0">
                    <a:solidFill>
                      <a:schemeClr val="accent3">
                        <a:lumMod val="7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Найти </a:t>
                </a:r>
                <a14:m>
                  <m:oMath xmlns:m="http://schemas.openxmlformats.org/officeDocument/2006/math">
                    <m:nary>
                      <m:naryPr>
                        <m:chr m:val="∬"/>
                        <m:limLoc m:val="subSup"/>
                        <m:ctrlPr>
                          <a:rPr lang="ru-RU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naryPr>
                      <m:sub>
                        <m:r>
                          <a:rPr lang="ru-RU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𝐺</m:t>
                        </m:r>
                      </m:sub>
                      <m:sup/>
                      <m:e>
                        <m:d>
                          <m:dPr>
                            <m:begChr m:val="["/>
                            <m:endChr m:val="]"/>
                            <m:ctrlPr>
                              <a:rPr lang="ru-RU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ru-RU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1,5</m:t>
                            </m:r>
                            <m:sSup>
                              <m:sSupPr>
                                <m:ctrlPr>
                                  <a:rPr lang="ru-RU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ru-RU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ru-RU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+2</m:t>
                            </m:r>
                            <m:sSup>
                              <m:sSupPr>
                                <m:ctrlPr>
                                  <a:rPr lang="ru-RU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ru-RU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ru-RU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𝑑𝑥𝑑𝑦</m:t>
                        </m:r>
                      </m:e>
                    </m:nary>
                  </m:oMath>
                </a14:m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где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[</m:t>
                    </m:r>
                    <m:r>
                      <a:rPr lang="ru-RU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ru-RU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]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 – целая часть числа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а 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𝐺</m:t>
                    </m:r>
                    <m:r>
                      <a:rPr lang="ru-RU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={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ru-RU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  <m:r>
                          <a:rPr lang="ru-RU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, </m:t>
                        </m:r>
                        <m:r>
                          <a:rPr lang="ru-RU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</m:d>
                    <m:r>
                      <a:rPr lang="ru-RU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: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ru-RU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ru-RU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  <m:sup>
                        <m:r>
                          <a:rPr lang="ru-RU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ru-RU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≤1}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68288" algn="r"/>
                <a:r>
                  <a:rPr lang="en-US" dirty="0">
                    <a:effectLst/>
                    <a:ea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(1−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a:rPr lang="ru-RU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8EB61A8-6011-49D1-B9EB-4F3BF9C59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128" y="1725828"/>
                <a:ext cx="11213242" cy="5069658"/>
              </a:xfrm>
              <a:prstGeom prst="rect">
                <a:avLst/>
              </a:prstGeom>
              <a:blipFill>
                <a:blip r:embed="rId4"/>
                <a:stretch>
                  <a:fillRect t="-10337" r="-870" b="-673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94080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C507E9C-2099-4181-96BE-9D0EC7949779}"/>
              </a:ext>
            </a:extLst>
          </p:cNvPr>
          <p:cNvSpPr/>
          <p:nvPr/>
        </p:nvSpPr>
        <p:spPr>
          <a:xfrm>
            <a:off x="-285135" y="-314631"/>
            <a:ext cx="12713110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>
          <a:xfrm>
            <a:off x="817312" y="727359"/>
            <a:ext cx="10557375" cy="854317"/>
          </a:xfrm>
        </p:spPr>
        <p:txBody>
          <a:bodyPr/>
          <a:lstStyle/>
          <a:p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Интегральное</a:t>
            </a: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исчисление </a:t>
            </a:r>
            <a:b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000" dirty="0"/>
              <a:t>Определение производной, уравнение касательной и нормали к кривой</a:t>
            </a:r>
            <a:endParaRPr lang="ru-RU" sz="2600" dirty="0"/>
          </a:p>
        </p:txBody>
      </p:sp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3" name="Управляющая кнопка: &quot;Пустой&quot; 32">
            <a:hlinkClick r:id="rId4" action="ppaction://hlinksldjump"/>
            <a:extLst>
              <a:ext uri="{FF2B5EF4-FFF2-40B4-BE49-F238E27FC236}">
                <a16:creationId xmlns:a16="http://schemas.microsoft.com/office/drawing/2014/main" id="{C78E7499-E82C-4CE2-86AD-5D798B868768}"/>
              </a:ext>
            </a:extLst>
          </p:cNvPr>
          <p:cNvSpPr/>
          <p:nvPr/>
        </p:nvSpPr>
        <p:spPr>
          <a:xfrm>
            <a:off x="1028234" y="2137206"/>
            <a:ext cx="4729018" cy="782317"/>
          </a:xfrm>
          <a:prstGeom prst="actionButtonBlank">
            <a:avLst/>
          </a:prstGeom>
          <a:solidFill>
            <a:schemeClr val="tx2">
              <a:lumMod val="5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1 задание</a:t>
            </a:r>
          </a:p>
        </p:txBody>
      </p:sp>
      <p:sp>
        <p:nvSpPr>
          <p:cNvPr id="6" name="Управляющая кнопка: &quot;Пустой&quot; 5">
            <a:hlinkClick r:id="rId5" action="ppaction://hlinksldjump"/>
            <a:extLst>
              <a:ext uri="{FF2B5EF4-FFF2-40B4-BE49-F238E27FC236}">
                <a16:creationId xmlns:a16="http://schemas.microsoft.com/office/drawing/2014/main" id="{51B7B794-564D-4939-8402-79F5EED1E87A}"/>
              </a:ext>
            </a:extLst>
          </p:cNvPr>
          <p:cNvSpPr/>
          <p:nvPr/>
        </p:nvSpPr>
        <p:spPr>
          <a:xfrm>
            <a:off x="1028234" y="3093259"/>
            <a:ext cx="4729018" cy="782317"/>
          </a:xfrm>
          <a:prstGeom prst="actionButtonBlank">
            <a:avLst/>
          </a:prstGeom>
          <a:solidFill>
            <a:schemeClr val="tx2">
              <a:lumMod val="5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2 задание</a:t>
            </a:r>
          </a:p>
        </p:txBody>
      </p:sp>
      <p:sp>
        <p:nvSpPr>
          <p:cNvPr id="7" name="Управляющая кнопка: &quot;Пустой&quot; 6">
            <a:hlinkClick r:id="rId6" action="ppaction://hlinksldjump"/>
            <a:extLst>
              <a:ext uri="{FF2B5EF4-FFF2-40B4-BE49-F238E27FC236}">
                <a16:creationId xmlns:a16="http://schemas.microsoft.com/office/drawing/2014/main" id="{48D97250-C840-43D7-9C6F-41F84A7716E3}"/>
              </a:ext>
            </a:extLst>
          </p:cNvPr>
          <p:cNvSpPr/>
          <p:nvPr/>
        </p:nvSpPr>
        <p:spPr>
          <a:xfrm>
            <a:off x="1028234" y="4049312"/>
            <a:ext cx="4729018" cy="782317"/>
          </a:xfrm>
          <a:prstGeom prst="actionButtonBlank">
            <a:avLst/>
          </a:prstGeom>
          <a:solidFill>
            <a:schemeClr val="tx2">
              <a:lumMod val="5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3 задание</a:t>
            </a:r>
          </a:p>
        </p:txBody>
      </p:sp>
      <p:sp>
        <p:nvSpPr>
          <p:cNvPr id="8" name="Управляющая кнопка: &quot;Пустой&quot; 7">
            <a:hlinkClick r:id="rId7" action="ppaction://hlinksldjump"/>
            <a:extLst>
              <a:ext uri="{FF2B5EF4-FFF2-40B4-BE49-F238E27FC236}">
                <a16:creationId xmlns:a16="http://schemas.microsoft.com/office/drawing/2014/main" id="{4A29EAF6-3B26-481D-8E14-C815351E4CFE}"/>
              </a:ext>
            </a:extLst>
          </p:cNvPr>
          <p:cNvSpPr/>
          <p:nvPr/>
        </p:nvSpPr>
        <p:spPr>
          <a:xfrm>
            <a:off x="1028234" y="5005365"/>
            <a:ext cx="4729018" cy="782317"/>
          </a:xfrm>
          <a:prstGeom prst="actionButtonBlank">
            <a:avLst/>
          </a:prstGeom>
          <a:solidFill>
            <a:schemeClr val="tx2">
              <a:lumMod val="5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4 задание</a:t>
            </a:r>
          </a:p>
        </p:txBody>
      </p:sp>
      <p:sp>
        <p:nvSpPr>
          <p:cNvPr id="9" name="Управляющая кнопка: &quot;Пустой&quot; 8">
            <a:hlinkClick r:id="rId8" action="ppaction://hlinksldjump"/>
            <a:extLst>
              <a:ext uri="{FF2B5EF4-FFF2-40B4-BE49-F238E27FC236}">
                <a16:creationId xmlns:a16="http://schemas.microsoft.com/office/drawing/2014/main" id="{406E1A1E-B5D0-4A51-98B5-5E05E8077028}"/>
              </a:ext>
            </a:extLst>
          </p:cNvPr>
          <p:cNvSpPr/>
          <p:nvPr/>
        </p:nvSpPr>
        <p:spPr>
          <a:xfrm>
            <a:off x="6279106" y="2137206"/>
            <a:ext cx="4729018" cy="782317"/>
          </a:xfrm>
          <a:prstGeom prst="actionButtonBlank">
            <a:avLst/>
          </a:prstGeom>
          <a:solidFill>
            <a:schemeClr val="tx2">
              <a:lumMod val="5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5 задание</a:t>
            </a:r>
          </a:p>
        </p:txBody>
      </p:sp>
      <p:sp>
        <p:nvSpPr>
          <p:cNvPr id="10" name="Управляющая кнопка: &quot;Пустой&quot; 9">
            <a:hlinkClick r:id="rId9" action="ppaction://hlinksldjump"/>
            <a:extLst>
              <a:ext uri="{FF2B5EF4-FFF2-40B4-BE49-F238E27FC236}">
                <a16:creationId xmlns:a16="http://schemas.microsoft.com/office/drawing/2014/main" id="{0AC82C06-67EC-443F-8261-99B011F159F5}"/>
              </a:ext>
            </a:extLst>
          </p:cNvPr>
          <p:cNvSpPr/>
          <p:nvPr/>
        </p:nvSpPr>
        <p:spPr>
          <a:xfrm>
            <a:off x="6279106" y="3093259"/>
            <a:ext cx="4729018" cy="782317"/>
          </a:xfrm>
          <a:prstGeom prst="actionButtonBlank">
            <a:avLst/>
          </a:prstGeom>
          <a:solidFill>
            <a:schemeClr val="tx2">
              <a:lumMod val="5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6 задание</a:t>
            </a:r>
          </a:p>
        </p:txBody>
      </p:sp>
      <p:sp>
        <p:nvSpPr>
          <p:cNvPr id="11" name="Управляющая кнопка: &quot;Пустой&quot; 10">
            <a:hlinkClick r:id="rId10" action="ppaction://hlinksldjump"/>
            <a:extLst>
              <a:ext uri="{FF2B5EF4-FFF2-40B4-BE49-F238E27FC236}">
                <a16:creationId xmlns:a16="http://schemas.microsoft.com/office/drawing/2014/main" id="{36415E53-9B57-45C6-9933-2B6971D64AEB}"/>
              </a:ext>
            </a:extLst>
          </p:cNvPr>
          <p:cNvSpPr/>
          <p:nvPr/>
        </p:nvSpPr>
        <p:spPr>
          <a:xfrm>
            <a:off x="6279106" y="4049312"/>
            <a:ext cx="4729018" cy="782317"/>
          </a:xfrm>
          <a:prstGeom prst="actionButtonBlank">
            <a:avLst/>
          </a:prstGeom>
          <a:solidFill>
            <a:schemeClr val="tx2">
              <a:lumMod val="5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7 задание</a:t>
            </a:r>
          </a:p>
        </p:txBody>
      </p:sp>
      <p:sp>
        <p:nvSpPr>
          <p:cNvPr id="12" name="Управляющая кнопка: &quot;Пустой&quot; 11">
            <a:hlinkClick r:id="rId11" action="ppaction://hlinksldjump"/>
            <a:extLst>
              <a:ext uri="{FF2B5EF4-FFF2-40B4-BE49-F238E27FC236}">
                <a16:creationId xmlns:a16="http://schemas.microsoft.com/office/drawing/2014/main" id="{2BE8C81D-7D16-4902-8989-B88C939C0748}"/>
              </a:ext>
            </a:extLst>
          </p:cNvPr>
          <p:cNvSpPr/>
          <p:nvPr/>
        </p:nvSpPr>
        <p:spPr>
          <a:xfrm>
            <a:off x="6279106" y="5005365"/>
            <a:ext cx="4729018" cy="782317"/>
          </a:xfrm>
          <a:prstGeom prst="actionButtonBlank">
            <a:avLst/>
          </a:prstGeom>
          <a:solidFill>
            <a:schemeClr val="tx2">
              <a:lumMod val="5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8 задание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7595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C71C98-0A89-4A4F-9A2B-AA7129C5513D}"/>
              </a:ext>
            </a:extLst>
          </p:cNvPr>
          <p:cNvSpPr txBox="1"/>
          <p:nvPr/>
        </p:nvSpPr>
        <p:spPr>
          <a:xfrm>
            <a:off x="415636" y="2355272"/>
            <a:ext cx="5366328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fontAlgn="base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Вычислить производную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-го порядка для функции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0" name="image27.png">
            <a:extLst>
              <a:ext uri="{FF2B5EF4-FFF2-40B4-BE49-F238E27FC236}">
                <a16:creationId xmlns:a16="http://schemas.microsoft.com/office/drawing/2014/main" id="{CE32B4A0-5179-4D10-93D4-F705E24A1C6D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776915" y="2977951"/>
            <a:ext cx="2495988" cy="756360"/>
          </a:xfrm>
          <a:prstGeom prst="rect">
            <a:avLst/>
          </a:prstGeom>
          <a:ln/>
        </p:spPr>
      </p:pic>
      <p:sp>
        <p:nvSpPr>
          <p:cNvPr id="3" name="ISPRING_QUIZ_SHAPE0">
            <a:extLst>
              <a:ext uri="{FF2B5EF4-FFF2-40B4-BE49-F238E27FC236}">
                <a16:creationId xmlns:a16="http://schemas.microsoft.com/office/drawing/2014/main" id="{7E423105-0717-426F-A2D9-57C5BF8975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innerShdw>
              <a:scrgbClr r="0" g="0" b="0">
                <a:alpha val="0"/>
              </a:sc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ISPRING_QUIZ_SHAPE1">
            <a:extLst>
              <a:ext uri="{FF2B5EF4-FFF2-40B4-BE49-F238E27FC236}">
                <a16:creationId xmlns:a16="http://schemas.microsoft.com/office/drawing/2014/main" id="{160D7B35-F64B-4ED7-A264-0D824435561F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47570" y="1851660"/>
            <a:ext cx="7899400" cy="4445000"/>
          </a:xfrm>
          <a:prstGeom prst="rect">
            <a:avLst/>
          </a:prstGeom>
          <a:effectLst>
            <a:outerShdw blurRad="114300" dist="38100" dir="5400000" rotWithShape="0">
              <a:scrgbClr r="0" g="0" b="0">
                <a:alpha val="20000"/>
              </a:scrgbClr>
            </a:outerShdw>
          </a:effectLst>
        </p:spPr>
      </p:pic>
      <p:sp>
        <p:nvSpPr>
          <p:cNvPr id="11" name="ISPRING_QUIZ_SHAPE2">
            <a:extLst>
              <a:ext uri="{FF2B5EF4-FFF2-40B4-BE49-F238E27FC236}">
                <a16:creationId xmlns:a16="http://schemas.microsoft.com/office/drawing/2014/main" id="{1988451D-43F7-403D-9CB7-41DD6D90B5C3}"/>
              </a:ext>
            </a:extLst>
          </p:cNvPr>
          <p:cNvSpPr txBox="1"/>
          <p:nvPr/>
        </p:nvSpPr>
        <p:spPr>
          <a:xfrm>
            <a:off x="731520" y="411480"/>
            <a:ext cx="10728960" cy="553998"/>
          </a:xfrm>
          <a:prstGeom prst="rect">
            <a:avLst/>
          </a:prstGeom>
          <a:noFill/>
          <a:effectLst>
            <a:innerShdw>
              <a:scrgbClr r="0" g="0" b="0">
                <a:alpha val="0"/>
              </a:scrgbClr>
            </a:innerShdw>
          </a:effectLst>
        </p:spPr>
        <p:txBody>
          <a:bodyPr vert="horz" rtlCol="0">
            <a:spAutoFit/>
          </a:bodyPr>
          <a:lstStyle/>
          <a:p>
            <a:pPr algn="ctr"/>
            <a:r>
              <a:rPr lang="ru-RU" sz="30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   Тест</a:t>
            </a:r>
          </a:p>
        </p:txBody>
      </p:sp>
      <p:pic>
        <p:nvPicPr>
          <p:cNvPr id="14" name="ISPRING_QUIZ_SHAPE3">
            <a:extLst>
              <a:ext uri="{FF2B5EF4-FFF2-40B4-BE49-F238E27FC236}">
                <a16:creationId xmlns:a16="http://schemas.microsoft.com/office/drawing/2014/main" id="{D1EE3D3B-5213-4C7E-848A-395FAF6C95D6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95923" y="482600"/>
            <a:ext cx="406400" cy="406400"/>
          </a:xfrm>
          <a:prstGeom prst="rect">
            <a:avLst/>
          </a:prstGeom>
          <a:effectLst>
            <a:innerShdw>
              <a:scrgbClr r="0" g="0" b="0">
                <a:alpha val="0"/>
              </a:scrgbClr>
            </a:innerShdw>
          </a:effectLst>
        </p:spPr>
      </p:pic>
      <p:sp>
        <p:nvSpPr>
          <p:cNvPr id="15" name="ISPRING_QUIZ_SHAPE4">
            <a:extLst>
              <a:ext uri="{FF2B5EF4-FFF2-40B4-BE49-F238E27FC236}">
                <a16:creationId xmlns:a16="http://schemas.microsoft.com/office/drawing/2014/main" id="{C5C1245D-2C06-4ECF-BF2E-BA498AD8C99E}"/>
              </a:ext>
            </a:extLst>
          </p:cNvPr>
          <p:cNvSpPr txBox="1"/>
          <p:nvPr/>
        </p:nvSpPr>
        <p:spPr>
          <a:xfrm>
            <a:off x="731520" y="1097280"/>
            <a:ext cx="10728960" cy="430887"/>
          </a:xfrm>
          <a:prstGeom prst="rect">
            <a:avLst/>
          </a:prstGeom>
          <a:noFill/>
          <a:effectLst>
            <a:innerShdw>
              <a:scrgbClr r="0" g="0" b="0">
                <a:alpha val="0"/>
              </a:scrgbClr>
            </a:innerShdw>
          </a:effectLst>
        </p:spPr>
        <p:txBody>
          <a:bodyPr vert="horz" rtlCol="0">
            <a:spAutoFit/>
          </a:bodyPr>
          <a:lstStyle/>
          <a:p>
            <a:pPr algn="ctr"/>
            <a:r>
              <a:rPr lang="ru-RU" sz="22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Щелкните кнопку </a:t>
            </a:r>
            <a:r>
              <a:rPr lang="ru-RU" sz="2200" b="1">
                <a:solidFill>
                  <a:srgbClr val="343944"/>
                </a:solidFill>
                <a:effectLst/>
                <a:latin typeface="Segoe UI Semibold" panose="020B0702040204020203" pitchFamily="34" charset="0"/>
              </a:rPr>
              <a:t>Тест</a:t>
            </a:r>
            <a:r>
              <a:rPr lang="ru-RU" sz="22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 для редактирования этого теста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47461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PRING_QUIZ_SHAPE0">
            <a:extLst>
              <a:ext uri="{FF2B5EF4-FFF2-40B4-BE49-F238E27FC236}">
                <a16:creationId xmlns:a16="http://schemas.microsoft.com/office/drawing/2014/main" id="{1739BA47-B7A9-460F-A50C-F8CC78561A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innerShdw>
              <a:scrgbClr r="0" g="0" b="0">
                <a:alpha val="0"/>
              </a:sc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ISPRING_QUIZ_SHAPE1">
            <a:extLst>
              <a:ext uri="{FF2B5EF4-FFF2-40B4-BE49-F238E27FC236}">
                <a16:creationId xmlns:a16="http://schemas.microsoft.com/office/drawing/2014/main" id="{62C618C6-74BC-4311-B61D-487243DB60F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47570" y="1851660"/>
            <a:ext cx="7899400" cy="4445000"/>
          </a:xfrm>
          <a:prstGeom prst="rect">
            <a:avLst/>
          </a:prstGeom>
          <a:effectLst>
            <a:outerShdw blurRad="114300" dist="38100" dir="5400000" rotWithShape="0">
              <a:scrgbClr r="0" g="0" b="0">
                <a:alpha val="20000"/>
              </a:scrgbClr>
            </a:outerShdw>
          </a:effectLst>
        </p:spPr>
      </p:pic>
      <p:sp>
        <p:nvSpPr>
          <p:cNvPr id="5" name="ISPRING_QUIZ_SHAPE2">
            <a:extLst>
              <a:ext uri="{FF2B5EF4-FFF2-40B4-BE49-F238E27FC236}">
                <a16:creationId xmlns:a16="http://schemas.microsoft.com/office/drawing/2014/main" id="{CC11F806-427F-43F2-971C-DCED939C4910}"/>
              </a:ext>
            </a:extLst>
          </p:cNvPr>
          <p:cNvSpPr txBox="1"/>
          <p:nvPr/>
        </p:nvSpPr>
        <p:spPr>
          <a:xfrm>
            <a:off x="731520" y="411480"/>
            <a:ext cx="10728960" cy="553998"/>
          </a:xfrm>
          <a:prstGeom prst="rect">
            <a:avLst/>
          </a:prstGeom>
          <a:noFill/>
          <a:effectLst>
            <a:innerShdw>
              <a:scrgbClr r="0" g="0" b="0">
                <a:alpha val="0"/>
              </a:scrgbClr>
            </a:innerShdw>
          </a:effectLst>
        </p:spPr>
        <p:txBody>
          <a:bodyPr vert="horz" rtlCol="0">
            <a:spAutoFit/>
          </a:bodyPr>
          <a:lstStyle/>
          <a:p>
            <a:pPr algn="ctr"/>
            <a:r>
              <a:rPr lang="ru-RU" sz="30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   Тест</a:t>
            </a:r>
          </a:p>
        </p:txBody>
      </p:sp>
      <p:pic>
        <p:nvPicPr>
          <p:cNvPr id="7" name="ISPRING_QUIZ_SHAPE3">
            <a:extLst>
              <a:ext uri="{FF2B5EF4-FFF2-40B4-BE49-F238E27FC236}">
                <a16:creationId xmlns:a16="http://schemas.microsoft.com/office/drawing/2014/main" id="{A59844D4-A295-4681-A4F5-0C09E4861AE2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95923" y="482600"/>
            <a:ext cx="406400" cy="406400"/>
          </a:xfrm>
          <a:prstGeom prst="rect">
            <a:avLst/>
          </a:prstGeom>
          <a:effectLst>
            <a:innerShdw>
              <a:scrgbClr r="0" g="0" b="0">
                <a:alpha val="0"/>
              </a:scrgbClr>
            </a:innerShdw>
          </a:effectLst>
        </p:spPr>
      </p:pic>
      <p:sp>
        <p:nvSpPr>
          <p:cNvPr id="8" name="ISPRING_QUIZ_SHAPE4">
            <a:extLst>
              <a:ext uri="{FF2B5EF4-FFF2-40B4-BE49-F238E27FC236}">
                <a16:creationId xmlns:a16="http://schemas.microsoft.com/office/drawing/2014/main" id="{B1FC063F-2ACB-4C54-833B-FB416A9DD20A}"/>
              </a:ext>
            </a:extLst>
          </p:cNvPr>
          <p:cNvSpPr txBox="1"/>
          <p:nvPr/>
        </p:nvSpPr>
        <p:spPr>
          <a:xfrm>
            <a:off x="731520" y="1097280"/>
            <a:ext cx="10728960" cy="430887"/>
          </a:xfrm>
          <a:prstGeom prst="rect">
            <a:avLst/>
          </a:prstGeom>
          <a:noFill/>
          <a:effectLst>
            <a:innerShdw>
              <a:scrgbClr r="0" g="0" b="0">
                <a:alpha val="0"/>
              </a:scrgbClr>
            </a:innerShdw>
          </a:effectLst>
        </p:spPr>
        <p:txBody>
          <a:bodyPr vert="horz" rtlCol="0">
            <a:spAutoFit/>
          </a:bodyPr>
          <a:lstStyle/>
          <a:p>
            <a:pPr algn="ctr"/>
            <a:r>
              <a:rPr lang="ru-RU" sz="22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Щелкните кнопку </a:t>
            </a:r>
            <a:r>
              <a:rPr lang="ru-RU" sz="2200" b="1">
                <a:solidFill>
                  <a:srgbClr val="343944"/>
                </a:solidFill>
                <a:effectLst/>
                <a:latin typeface="Segoe UI Semibold" panose="020B0702040204020203" pitchFamily="34" charset="0"/>
              </a:rPr>
              <a:t>Тест</a:t>
            </a:r>
            <a:r>
              <a:rPr lang="ru-RU" sz="22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 для редактирования этого теста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7882694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C71C98-0A89-4A4F-9A2B-AA7129C5513D}"/>
              </a:ext>
            </a:extLst>
          </p:cNvPr>
          <p:cNvSpPr txBox="1"/>
          <p:nvPr/>
        </p:nvSpPr>
        <p:spPr>
          <a:xfrm>
            <a:off x="415636" y="2355272"/>
            <a:ext cx="5366328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fontAlgn="base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Вычислить производную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-го порядка для функции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0" name="image27.png">
            <a:extLst>
              <a:ext uri="{FF2B5EF4-FFF2-40B4-BE49-F238E27FC236}">
                <a16:creationId xmlns:a16="http://schemas.microsoft.com/office/drawing/2014/main" id="{CE32B4A0-5179-4D10-93D4-F705E24A1C6D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776915" y="2977951"/>
            <a:ext cx="2495988" cy="756360"/>
          </a:xfrm>
          <a:prstGeom prst="rect">
            <a:avLst/>
          </a:prstGeom>
          <a:ln/>
        </p:spPr>
      </p:pic>
      <p:sp>
        <p:nvSpPr>
          <p:cNvPr id="2" name="ISPRING_QUIZ_SHAPE0">
            <a:extLst>
              <a:ext uri="{FF2B5EF4-FFF2-40B4-BE49-F238E27FC236}">
                <a16:creationId xmlns:a16="http://schemas.microsoft.com/office/drawing/2014/main" id="{0317903E-C8AF-4CC1-9D60-DCFBD2D49D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innerShdw>
              <a:scrgbClr r="0" g="0" b="0">
                <a:alpha val="0"/>
              </a:sc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ISPRING_QUIZ_SHAPE1">
            <a:extLst>
              <a:ext uri="{FF2B5EF4-FFF2-40B4-BE49-F238E27FC236}">
                <a16:creationId xmlns:a16="http://schemas.microsoft.com/office/drawing/2014/main" id="{9147D5A4-2D92-40B5-B7DA-3D345E6CB792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47570" y="1851660"/>
            <a:ext cx="7899400" cy="4445000"/>
          </a:xfrm>
          <a:prstGeom prst="rect">
            <a:avLst/>
          </a:prstGeom>
          <a:effectLst>
            <a:outerShdw blurRad="114300" dist="38100" dir="5400000" rotWithShape="0">
              <a:scrgbClr r="0" g="0" b="0">
                <a:alpha val="20000"/>
              </a:scrgbClr>
            </a:outerShdw>
          </a:effectLst>
        </p:spPr>
      </p:pic>
      <p:sp>
        <p:nvSpPr>
          <p:cNvPr id="5" name="ISPRING_QUIZ_SHAPE2">
            <a:extLst>
              <a:ext uri="{FF2B5EF4-FFF2-40B4-BE49-F238E27FC236}">
                <a16:creationId xmlns:a16="http://schemas.microsoft.com/office/drawing/2014/main" id="{0AE0BAA9-F893-4DC6-A1C0-5548ACFA064A}"/>
              </a:ext>
            </a:extLst>
          </p:cNvPr>
          <p:cNvSpPr txBox="1"/>
          <p:nvPr/>
        </p:nvSpPr>
        <p:spPr>
          <a:xfrm>
            <a:off x="731520" y="411480"/>
            <a:ext cx="10728960" cy="553998"/>
          </a:xfrm>
          <a:prstGeom prst="rect">
            <a:avLst/>
          </a:prstGeom>
          <a:noFill/>
          <a:effectLst>
            <a:innerShdw>
              <a:scrgbClr r="0" g="0" b="0">
                <a:alpha val="0"/>
              </a:scrgbClr>
            </a:innerShdw>
          </a:effectLst>
        </p:spPr>
        <p:txBody>
          <a:bodyPr vert="horz" rtlCol="0">
            <a:spAutoFit/>
          </a:bodyPr>
          <a:lstStyle/>
          <a:p>
            <a:pPr algn="ctr"/>
            <a:r>
              <a:rPr lang="ru-RU" sz="30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   Тест</a:t>
            </a:r>
          </a:p>
        </p:txBody>
      </p:sp>
      <p:pic>
        <p:nvPicPr>
          <p:cNvPr id="7" name="ISPRING_QUIZ_SHAPE3">
            <a:extLst>
              <a:ext uri="{FF2B5EF4-FFF2-40B4-BE49-F238E27FC236}">
                <a16:creationId xmlns:a16="http://schemas.microsoft.com/office/drawing/2014/main" id="{426982D3-5B1E-440D-AE2F-25B15B8E0B55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95923" y="482600"/>
            <a:ext cx="406400" cy="406400"/>
          </a:xfrm>
          <a:prstGeom prst="rect">
            <a:avLst/>
          </a:prstGeom>
          <a:effectLst>
            <a:innerShdw>
              <a:scrgbClr r="0" g="0" b="0">
                <a:alpha val="0"/>
              </a:scrgbClr>
            </a:innerShdw>
          </a:effectLst>
        </p:spPr>
      </p:pic>
      <p:sp>
        <p:nvSpPr>
          <p:cNvPr id="8" name="ISPRING_QUIZ_SHAPE4">
            <a:extLst>
              <a:ext uri="{FF2B5EF4-FFF2-40B4-BE49-F238E27FC236}">
                <a16:creationId xmlns:a16="http://schemas.microsoft.com/office/drawing/2014/main" id="{C3041056-45FC-4814-911C-1537F2980EDF}"/>
              </a:ext>
            </a:extLst>
          </p:cNvPr>
          <p:cNvSpPr txBox="1"/>
          <p:nvPr/>
        </p:nvSpPr>
        <p:spPr>
          <a:xfrm>
            <a:off x="731520" y="1097280"/>
            <a:ext cx="10728960" cy="430887"/>
          </a:xfrm>
          <a:prstGeom prst="rect">
            <a:avLst/>
          </a:prstGeom>
          <a:noFill/>
          <a:effectLst>
            <a:innerShdw>
              <a:scrgbClr r="0" g="0" b="0">
                <a:alpha val="0"/>
              </a:scrgbClr>
            </a:innerShdw>
          </a:effectLst>
        </p:spPr>
        <p:txBody>
          <a:bodyPr vert="horz" rtlCol="0">
            <a:spAutoFit/>
          </a:bodyPr>
          <a:lstStyle/>
          <a:p>
            <a:pPr algn="ctr"/>
            <a:r>
              <a:rPr lang="ru-RU" sz="22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Щелкните кнопку </a:t>
            </a:r>
            <a:r>
              <a:rPr lang="ru-RU" sz="2200" b="1">
                <a:solidFill>
                  <a:srgbClr val="343944"/>
                </a:solidFill>
                <a:effectLst/>
                <a:latin typeface="Segoe UI Semibold" panose="020B0702040204020203" pitchFamily="34" charset="0"/>
              </a:rPr>
              <a:t>Тест</a:t>
            </a:r>
            <a:r>
              <a:rPr lang="ru-RU" sz="22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 для редактирования этого теста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59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C71C98-0A89-4A4F-9A2B-AA7129C5513D}"/>
              </a:ext>
            </a:extLst>
          </p:cNvPr>
          <p:cNvSpPr txBox="1"/>
          <p:nvPr/>
        </p:nvSpPr>
        <p:spPr>
          <a:xfrm>
            <a:off x="415636" y="2355272"/>
            <a:ext cx="5366328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fontAlgn="base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Вычислить производную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-го порядка для функции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0" name="image27.png">
            <a:extLst>
              <a:ext uri="{FF2B5EF4-FFF2-40B4-BE49-F238E27FC236}">
                <a16:creationId xmlns:a16="http://schemas.microsoft.com/office/drawing/2014/main" id="{CE32B4A0-5179-4D10-93D4-F705E24A1C6D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776915" y="2977951"/>
            <a:ext cx="2495988" cy="756360"/>
          </a:xfrm>
          <a:prstGeom prst="rect">
            <a:avLst/>
          </a:prstGeom>
          <a:ln/>
        </p:spPr>
      </p:pic>
      <p:sp>
        <p:nvSpPr>
          <p:cNvPr id="3" name="ISPRING_QUIZ_SHAPE0">
            <a:extLst>
              <a:ext uri="{FF2B5EF4-FFF2-40B4-BE49-F238E27FC236}">
                <a16:creationId xmlns:a16="http://schemas.microsoft.com/office/drawing/2014/main" id="{69B3F97F-15A2-4667-8C5C-484474CF306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innerShdw>
              <a:scrgbClr r="0" g="0" b="0">
                <a:alpha val="0"/>
              </a:sc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ISPRING_QUIZ_SHAPE1">
            <a:extLst>
              <a:ext uri="{FF2B5EF4-FFF2-40B4-BE49-F238E27FC236}">
                <a16:creationId xmlns:a16="http://schemas.microsoft.com/office/drawing/2014/main" id="{2FE59E28-186A-4290-B86C-1F6D561BBA1B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47570" y="1851660"/>
            <a:ext cx="7899400" cy="4445000"/>
          </a:xfrm>
          <a:prstGeom prst="rect">
            <a:avLst/>
          </a:prstGeom>
          <a:effectLst>
            <a:outerShdw blurRad="114300" dist="38100" dir="5400000" rotWithShape="0">
              <a:scrgbClr r="0" g="0" b="0">
                <a:alpha val="20000"/>
              </a:scrgbClr>
            </a:outerShdw>
          </a:effectLst>
        </p:spPr>
      </p:pic>
      <p:sp>
        <p:nvSpPr>
          <p:cNvPr id="12" name="ISPRING_QUIZ_SHAPE2">
            <a:extLst>
              <a:ext uri="{FF2B5EF4-FFF2-40B4-BE49-F238E27FC236}">
                <a16:creationId xmlns:a16="http://schemas.microsoft.com/office/drawing/2014/main" id="{A27CC23C-AC65-4CDF-BBF8-86B745616B27}"/>
              </a:ext>
            </a:extLst>
          </p:cNvPr>
          <p:cNvSpPr txBox="1"/>
          <p:nvPr/>
        </p:nvSpPr>
        <p:spPr>
          <a:xfrm>
            <a:off x="731520" y="411480"/>
            <a:ext cx="10728960" cy="553998"/>
          </a:xfrm>
          <a:prstGeom prst="rect">
            <a:avLst/>
          </a:prstGeom>
          <a:noFill/>
          <a:effectLst>
            <a:innerShdw>
              <a:scrgbClr r="0" g="0" b="0">
                <a:alpha val="0"/>
              </a:scrgbClr>
            </a:innerShdw>
          </a:effectLst>
        </p:spPr>
        <p:txBody>
          <a:bodyPr vert="horz" rtlCol="0">
            <a:spAutoFit/>
          </a:bodyPr>
          <a:lstStyle/>
          <a:p>
            <a:pPr algn="ctr"/>
            <a:r>
              <a:rPr lang="ru-RU" sz="30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   Тест</a:t>
            </a:r>
          </a:p>
        </p:txBody>
      </p:sp>
      <p:pic>
        <p:nvPicPr>
          <p:cNvPr id="14" name="ISPRING_QUIZ_SHAPE3">
            <a:extLst>
              <a:ext uri="{FF2B5EF4-FFF2-40B4-BE49-F238E27FC236}">
                <a16:creationId xmlns:a16="http://schemas.microsoft.com/office/drawing/2014/main" id="{73D236B3-3111-4B7A-AC04-4157CF09F7D6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95923" y="482600"/>
            <a:ext cx="406400" cy="406400"/>
          </a:xfrm>
          <a:prstGeom prst="rect">
            <a:avLst/>
          </a:prstGeom>
          <a:effectLst>
            <a:innerShdw>
              <a:scrgbClr r="0" g="0" b="0">
                <a:alpha val="0"/>
              </a:scrgbClr>
            </a:innerShdw>
          </a:effectLst>
        </p:spPr>
      </p:pic>
      <p:sp>
        <p:nvSpPr>
          <p:cNvPr id="15" name="ISPRING_QUIZ_SHAPE4">
            <a:extLst>
              <a:ext uri="{FF2B5EF4-FFF2-40B4-BE49-F238E27FC236}">
                <a16:creationId xmlns:a16="http://schemas.microsoft.com/office/drawing/2014/main" id="{752C9BBC-FB50-4FDB-BAEF-9465CBBE6A1A}"/>
              </a:ext>
            </a:extLst>
          </p:cNvPr>
          <p:cNvSpPr txBox="1"/>
          <p:nvPr/>
        </p:nvSpPr>
        <p:spPr>
          <a:xfrm>
            <a:off x="731520" y="1097280"/>
            <a:ext cx="10728960" cy="430887"/>
          </a:xfrm>
          <a:prstGeom prst="rect">
            <a:avLst/>
          </a:prstGeom>
          <a:noFill/>
          <a:effectLst>
            <a:innerShdw>
              <a:scrgbClr r="0" g="0" b="0">
                <a:alpha val="0"/>
              </a:scrgbClr>
            </a:innerShdw>
          </a:effectLst>
        </p:spPr>
        <p:txBody>
          <a:bodyPr vert="horz" rtlCol="0">
            <a:spAutoFit/>
          </a:bodyPr>
          <a:lstStyle/>
          <a:p>
            <a:pPr algn="ctr"/>
            <a:r>
              <a:rPr lang="ru-RU" sz="22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Щелкните кнопку </a:t>
            </a:r>
            <a:r>
              <a:rPr lang="ru-RU" sz="2200" b="1">
                <a:solidFill>
                  <a:srgbClr val="343944"/>
                </a:solidFill>
                <a:effectLst/>
                <a:latin typeface="Segoe UI Semibold" panose="020B0702040204020203" pitchFamily="34" charset="0"/>
              </a:rPr>
              <a:t>Тест</a:t>
            </a:r>
            <a:r>
              <a:rPr lang="ru-RU" sz="22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 для редактирования этого теста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195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C71C98-0A89-4A4F-9A2B-AA7129C5513D}"/>
              </a:ext>
            </a:extLst>
          </p:cNvPr>
          <p:cNvSpPr txBox="1"/>
          <p:nvPr/>
        </p:nvSpPr>
        <p:spPr>
          <a:xfrm>
            <a:off x="415636" y="2355272"/>
            <a:ext cx="5366328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fontAlgn="base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Вычислить производную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-го порядка для функции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0" name="image27.png">
            <a:extLst>
              <a:ext uri="{FF2B5EF4-FFF2-40B4-BE49-F238E27FC236}">
                <a16:creationId xmlns:a16="http://schemas.microsoft.com/office/drawing/2014/main" id="{CE32B4A0-5179-4D10-93D4-F705E24A1C6D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776915" y="2977951"/>
            <a:ext cx="2495988" cy="756360"/>
          </a:xfrm>
          <a:prstGeom prst="rect">
            <a:avLst/>
          </a:prstGeom>
          <a:ln/>
        </p:spPr>
      </p:pic>
      <p:sp>
        <p:nvSpPr>
          <p:cNvPr id="2" name="ISPRING_QUIZ_SHAPE0">
            <a:extLst>
              <a:ext uri="{FF2B5EF4-FFF2-40B4-BE49-F238E27FC236}">
                <a16:creationId xmlns:a16="http://schemas.microsoft.com/office/drawing/2014/main" id="{C92B48B1-EAC6-414C-87E2-10D35CAE614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innerShdw>
              <a:scrgbClr r="0" g="0" b="0">
                <a:alpha val="0"/>
              </a:sc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ISPRING_QUIZ_SHAPE1">
            <a:extLst>
              <a:ext uri="{FF2B5EF4-FFF2-40B4-BE49-F238E27FC236}">
                <a16:creationId xmlns:a16="http://schemas.microsoft.com/office/drawing/2014/main" id="{46FFB4DC-20A2-4441-97FC-A4DAA2BE914D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47570" y="1851660"/>
            <a:ext cx="7899400" cy="4445000"/>
          </a:xfrm>
          <a:prstGeom prst="rect">
            <a:avLst/>
          </a:prstGeom>
          <a:effectLst>
            <a:outerShdw blurRad="114300" dist="38100" dir="5400000" rotWithShape="0">
              <a:scrgbClr r="0" g="0" b="0">
                <a:alpha val="20000"/>
              </a:scrgbClr>
            </a:outerShdw>
          </a:effectLst>
        </p:spPr>
      </p:pic>
      <p:sp>
        <p:nvSpPr>
          <p:cNvPr id="6" name="ISPRING_QUIZ_SHAPE2">
            <a:extLst>
              <a:ext uri="{FF2B5EF4-FFF2-40B4-BE49-F238E27FC236}">
                <a16:creationId xmlns:a16="http://schemas.microsoft.com/office/drawing/2014/main" id="{6F212F24-B4F0-496D-9654-138F2989AEA7}"/>
              </a:ext>
            </a:extLst>
          </p:cNvPr>
          <p:cNvSpPr txBox="1"/>
          <p:nvPr/>
        </p:nvSpPr>
        <p:spPr>
          <a:xfrm>
            <a:off x="731520" y="411480"/>
            <a:ext cx="10728960" cy="553998"/>
          </a:xfrm>
          <a:prstGeom prst="rect">
            <a:avLst/>
          </a:prstGeom>
          <a:noFill/>
          <a:effectLst>
            <a:innerShdw>
              <a:scrgbClr r="0" g="0" b="0">
                <a:alpha val="0"/>
              </a:scrgbClr>
            </a:innerShdw>
          </a:effectLst>
        </p:spPr>
        <p:txBody>
          <a:bodyPr vert="horz" rtlCol="0">
            <a:spAutoFit/>
          </a:bodyPr>
          <a:lstStyle/>
          <a:p>
            <a:pPr algn="ctr"/>
            <a:r>
              <a:rPr lang="ru-RU" sz="30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   Тест</a:t>
            </a:r>
          </a:p>
        </p:txBody>
      </p:sp>
      <p:pic>
        <p:nvPicPr>
          <p:cNvPr id="8" name="ISPRING_QUIZ_SHAPE3">
            <a:extLst>
              <a:ext uri="{FF2B5EF4-FFF2-40B4-BE49-F238E27FC236}">
                <a16:creationId xmlns:a16="http://schemas.microsoft.com/office/drawing/2014/main" id="{D6959912-613B-4ADE-9D79-1FB805E65805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95923" y="482600"/>
            <a:ext cx="406400" cy="406400"/>
          </a:xfrm>
          <a:prstGeom prst="rect">
            <a:avLst/>
          </a:prstGeom>
          <a:effectLst>
            <a:innerShdw>
              <a:scrgbClr r="0" g="0" b="0">
                <a:alpha val="0"/>
              </a:scrgbClr>
            </a:innerShdw>
          </a:effectLst>
        </p:spPr>
      </p:pic>
      <p:sp>
        <p:nvSpPr>
          <p:cNvPr id="13" name="ISPRING_QUIZ_SHAPE4">
            <a:extLst>
              <a:ext uri="{FF2B5EF4-FFF2-40B4-BE49-F238E27FC236}">
                <a16:creationId xmlns:a16="http://schemas.microsoft.com/office/drawing/2014/main" id="{EBD33255-0597-4A21-AED7-B93288548AF3}"/>
              </a:ext>
            </a:extLst>
          </p:cNvPr>
          <p:cNvSpPr txBox="1"/>
          <p:nvPr/>
        </p:nvSpPr>
        <p:spPr>
          <a:xfrm>
            <a:off x="731520" y="1097280"/>
            <a:ext cx="10728960" cy="430887"/>
          </a:xfrm>
          <a:prstGeom prst="rect">
            <a:avLst/>
          </a:prstGeom>
          <a:noFill/>
          <a:effectLst>
            <a:innerShdw>
              <a:scrgbClr r="0" g="0" b="0">
                <a:alpha val="0"/>
              </a:scrgbClr>
            </a:innerShdw>
          </a:effectLst>
        </p:spPr>
        <p:txBody>
          <a:bodyPr vert="horz" rtlCol="0">
            <a:spAutoFit/>
          </a:bodyPr>
          <a:lstStyle/>
          <a:p>
            <a:pPr algn="ctr"/>
            <a:r>
              <a:rPr lang="ru-RU" sz="22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Щелкните кнопку </a:t>
            </a:r>
            <a:r>
              <a:rPr lang="ru-RU" sz="2200" b="1">
                <a:solidFill>
                  <a:srgbClr val="343944"/>
                </a:solidFill>
                <a:effectLst/>
                <a:latin typeface="Segoe UI Semibold" panose="020B0702040204020203" pitchFamily="34" charset="0"/>
              </a:rPr>
              <a:t>Тест</a:t>
            </a:r>
            <a:r>
              <a:rPr lang="ru-RU" sz="22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 для редактирования этого теста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25712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PRING_QUIZ_SHAPE0">
            <a:extLst>
              <a:ext uri="{FF2B5EF4-FFF2-40B4-BE49-F238E27FC236}">
                <a16:creationId xmlns:a16="http://schemas.microsoft.com/office/drawing/2014/main" id="{90D685D0-33FC-4D43-B7A0-C72AF9B2E56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innerShdw>
              <a:scrgbClr r="0" g="0" b="0">
                <a:alpha val="0"/>
              </a:sc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ISPRING_QUIZ_SHAPE1">
            <a:extLst>
              <a:ext uri="{FF2B5EF4-FFF2-40B4-BE49-F238E27FC236}">
                <a16:creationId xmlns:a16="http://schemas.microsoft.com/office/drawing/2014/main" id="{A31193AF-7164-4E5B-843B-99220361FEB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47570" y="1851660"/>
            <a:ext cx="7899400" cy="4445000"/>
          </a:xfrm>
          <a:prstGeom prst="rect">
            <a:avLst/>
          </a:prstGeom>
          <a:effectLst>
            <a:outerShdw blurRad="114300" dist="38100" dir="5400000" rotWithShape="0">
              <a:scrgbClr r="0" g="0" b="0">
                <a:alpha val="20000"/>
              </a:scrgbClr>
            </a:outerShdw>
          </a:effectLst>
        </p:spPr>
      </p:pic>
      <p:sp>
        <p:nvSpPr>
          <p:cNvPr id="10" name="ISPRING_QUIZ_SHAPE2">
            <a:extLst>
              <a:ext uri="{FF2B5EF4-FFF2-40B4-BE49-F238E27FC236}">
                <a16:creationId xmlns:a16="http://schemas.microsoft.com/office/drawing/2014/main" id="{816A2DF2-953E-43C7-B7CA-6BC5307A3A02}"/>
              </a:ext>
            </a:extLst>
          </p:cNvPr>
          <p:cNvSpPr txBox="1"/>
          <p:nvPr/>
        </p:nvSpPr>
        <p:spPr>
          <a:xfrm>
            <a:off x="731520" y="411480"/>
            <a:ext cx="10728960" cy="553998"/>
          </a:xfrm>
          <a:prstGeom prst="rect">
            <a:avLst/>
          </a:prstGeom>
          <a:noFill/>
          <a:effectLst>
            <a:innerShdw>
              <a:scrgbClr r="0" g="0" b="0">
                <a:alpha val="0"/>
              </a:scrgbClr>
            </a:innerShdw>
          </a:effectLst>
        </p:spPr>
        <p:txBody>
          <a:bodyPr vert="horz" rtlCol="0">
            <a:spAutoFit/>
          </a:bodyPr>
          <a:lstStyle/>
          <a:p>
            <a:pPr algn="ctr"/>
            <a:r>
              <a:rPr lang="ru-RU" sz="30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   Тест</a:t>
            </a:r>
          </a:p>
        </p:txBody>
      </p:sp>
      <p:pic>
        <p:nvPicPr>
          <p:cNvPr id="12" name="ISPRING_QUIZ_SHAPE3">
            <a:extLst>
              <a:ext uri="{FF2B5EF4-FFF2-40B4-BE49-F238E27FC236}">
                <a16:creationId xmlns:a16="http://schemas.microsoft.com/office/drawing/2014/main" id="{AD57AF9D-BCBE-4A25-82A5-7FC4CF250A5E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95923" y="482600"/>
            <a:ext cx="406400" cy="406400"/>
          </a:xfrm>
          <a:prstGeom prst="rect">
            <a:avLst/>
          </a:prstGeom>
          <a:effectLst>
            <a:innerShdw>
              <a:scrgbClr r="0" g="0" b="0">
                <a:alpha val="0"/>
              </a:scrgbClr>
            </a:innerShdw>
          </a:effectLst>
        </p:spPr>
      </p:pic>
      <p:sp>
        <p:nvSpPr>
          <p:cNvPr id="13" name="ISPRING_QUIZ_SHAPE4">
            <a:extLst>
              <a:ext uri="{FF2B5EF4-FFF2-40B4-BE49-F238E27FC236}">
                <a16:creationId xmlns:a16="http://schemas.microsoft.com/office/drawing/2014/main" id="{785F8D1C-1CBA-4AB6-8AD8-1E412F76E090}"/>
              </a:ext>
            </a:extLst>
          </p:cNvPr>
          <p:cNvSpPr txBox="1"/>
          <p:nvPr/>
        </p:nvSpPr>
        <p:spPr>
          <a:xfrm>
            <a:off x="731520" y="1097280"/>
            <a:ext cx="10728960" cy="430887"/>
          </a:xfrm>
          <a:prstGeom prst="rect">
            <a:avLst/>
          </a:prstGeom>
          <a:noFill/>
          <a:effectLst>
            <a:innerShdw>
              <a:scrgbClr r="0" g="0" b="0">
                <a:alpha val="0"/>
              </a:scrgbClr>
            </a:innerShdw>
          </a:effectLst>
        </p:spPr>
        <p:txBody>
          <a:bodyPr vert="horz" rtlCol="0">
            <a:spAutoFit/>
          </a:bodyPr>
          <a:lstStyle/>
          <a:p>
            <a:pPr algn="ctr"/>
            <a:r>
              <a:rPr lang="ru-RU" sz="22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Щелкните кнопку </a:t>
            </a:r>
            <a:r>
              <a:rPr lang="ru-RU" sz="2200" b="1">
                <a:solidFill>
                  <a:srgbClr val="343944"/>
                </a:solidFill>
                <a:effectLst/>
                <a:latin typeface="Segoe UI Semibold" panose="020B0702040204020203" pitchFamily="34" charset="0"/>
              </a:rPr>
              <a:t>Тест</a:t>
            </a:r>
            <a:r>
              <a:rPr lang="ru-RU" sz="22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 для редактирования этого теста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9873531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C71C98-0A89-4A4F-9A2B-AA7129C5513D}"/>
              </a:ext>
            </a:extLst>
          </p:cNvPr>
          <p:cNvSpPr txBox="1"/>
          <p:nvPr/>
        </p:nvSpPr>
        <p:spPr>
          <a:xfrm>
            <a:off x="415636" y="2355272"/>
            <a:ext cx="5366328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fontAlgn="base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Вычислить производную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-го порядка для функции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0" name="image27.png">
            <a:extLst>
              <a:ext uri="{FF2B5EF4-FFF2-40B4-BE49-F238E27FC236}">
                <a16:creationId xmlns:a16="http://schemas.microsoft.com/office/drawing/2014/main" id="{CE32B4A0-5179-4D10-93D4-F705E24A1C6D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776915" y="2977951"/>
            <a:ext cx="2495988" cy="756360"/>
          </a:xfrm>
          <a:prstGeom prst="rect">
            <a:avLst/>
          </a:prstGeom>
          <a:ln/>
        </p:spPr>
      </p:pic>
      <p:sp>
        <p:nvSpPr>
          <p:cNvPr id="2" name="ISPRING_QUIZ_SHAPE0">
            <a:extLst>
              <a:ext uri="{FF2B5EF4-FFF2-40B4-BE49-F238E27FC236}">
                <a16:creationId xmlns:a16="http://schemas.microsoft.com/office/drawing/2014/main" id="{44481072-3B3B-4C74-AF3F-2B196BDB99E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innerShdw>
              <a:scrgbClr r="0" g="0" b="0">
                <a:alpha val="0"/>
              </a:sc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ISPRING_QUIZ_SHAPE1">
            <a:extLst>
              <a:ext uri="{FF2B5EF4-FFF2-40B4-BE49-F238E27FC236}">
                <a16:creationId xmlns:a16="http://schemas.microsoft.com/office/drawing/2014/main" id="{4B9E5685-CC63-4F8A-8509-93EED4F69702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47570" y="1851660"/>
            <a:ext cx="7899400" cy="4445000"/>
          </a:xfrm>
          <a:prstGeom prst="rect">
            <a:avLst/>
          </a:prstGeom>
          <a:effectLst>
            <a:outerShdw blurRad="114300" dist="38100" dir="5400000" rotWithShape="0">
              <a:scrgbClr r="0" g="0" b="0">
                <a:alpha val="20000"/>
              </a:scrgbClr>
            </a:outerShdw>
          </a:effectLst>
        </p:spPr>
      </p:pic>
      <p:sp>
        <p:nvSpPr>
          <p:cNvPr id="5" name="ISPRING_QUIZ_SHAPE2">
            <a:extLst>
              <a:ext uri="{FF2B5EF4-FFF2-40B4-BE49-F238E27FC236}">
                <a16:creationId xmlns:a16="http://schemas.microsoft.com/office/drawing/2014/main" id="{6DF922A4-C8BF-4200-A663-449E00994B10}"/>
              </a:ext>
            </a:extLst>
          </p:cNvPr>
          <p:cNvSpPr txBox="1"/>
          <p:nvPr/>
        </p:nvSpPr>
        <p:spPr>
          <a:xfrm>
            <a:off x="731520" y="411480"/>
            <a:ext cx="10728960" cy="553998"/>
          </a:xfrm>
          <a:prstGeom prst="rect">
            <a:avLst/>
          </a:prstGeom>
          <a:noFill/>
          <a:effectLst>
            <a:innerShdw>
              <a:scrgbClr r="0" g="0" b="0">
                <a:alpha val="0"/>
              </a:scrgbClr>
            </a:innerShdw>
          </a:effectLst>
        </p:spPr>
        <p:txBody>
          <a:bodyPr vert="horz" rtlCol="0">
            <a:spAutoFit/>
          </a:bodyPr>
          <a:lstStyle/>
          <a:p>
            <a:pPr algn="ctr"/>
            <a:r>
              <a:rPr lang="ru-RU" sz="30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   Тест</a:t>
            </a:r>
          </a:p>
        </p:txBody>
      </p:sp>
      <p:pic>
        <p:nvPicPr>
          <p:cNvPr id="7" name="ISPRING_QUIZ_SHAPE3">
            <a:extLst>
              <a:ext uri="{FF2B5EF4-FFF2-40B4-BE49-F238E27FC236}">
                <a16:creationId xmlns:a16="http://schemas.microsoft.com/office/drawing/2014/main" id="{318B10B8-1EA0-4825-BB37-CD8E1FEF3268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95923" y="482600"/>
            <a:ext cx="406400" cy="406400"/>
          </a:xfrm>
          <a:prstGeom prst="rect">
            <a:avLst/>
          </a:prstGeom>
          <a:effectLst>
            <a:innerShdw>
              <a:scrgbClr r="0" g="0" b="0">
                <a:alpha val="0"/>
              </a:scrgbClr>
            </a:innerShdw>
          </a:effectLst>
        </p:spPr>
      </p:pic>
      <p:sp>
        <p:nvSpPr>
          <p:cNvPr id="8" name="ISPRING_QUIZ_SHAPE4">
            <a:extLst>
              <a:ext uri="{FF2B5EF4-FFF2-40B4-BE49-F238E27FC236}">
                <a16:creationId xmlns:a16="http://schemas.microsoft.com/office/drawing/2014/main" id="{ECD450DE-A376-4D00-B4E5-8DFDDC80D02E}"/>
              </a:ext>
            </a:extLst>
          </p:cNvPr>
          <p:cNvSpPr txBox="1"/>
          <p:nvPr/>
        </p:nvSpPr>
        <p:spPr>
          <a:xfrm>
            <a:off x="731520" y="1097280"/>
            <a:ext cx="10728960" cy="430887"/>
          </a:xfrm>
          <a:prstGeom prst="rect">
            <a:avLst/>
          </a:prstGeom>
          <a:noFill/>
          <a:effectLst>
            <a:innerShdw>
              <a:scrgbClr r="0" g="0" b="0">
                <a:alpha val="0"/>
              </a:scrgbClr>
            </a:innerShdw>
          </a:effectLst>
        </p:spPr>
        <p:txBody>
          <a:bodyPr vert="horz" rtlCol="0">
            <a:spAutoFit/>
          </a:bodyPr>
          <a:lstStyle/>
          <a:p>
            <a:pPr algn="ctr"/>
            <a:r>
              <a:rPr lang="ru-RU" sz="22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Щелкните кнопку </a:t>
            </a:r>
            <a:r>
              <a:rPr lang="ru-RU" sz="2200" b="1">
                <a:solidFill>
                  <a:srgbClr val="343944"/>
                </a:solidFill>
                <a:effectLst/>
                <a:latin typeface="Segoe UI Semibold" panose="020B0702040204020203" pitchFamily="34" charset="0"/>
              </a:rPr>
              <a:t>Тест</a:t>
            </a:r>
            <a:r>
              <a:rPr lang="ru-RU" sz="22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 для редактирования этого теста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07287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C71C98-0A89-4A4F-9A2B-AA7129C5513D}"/>
              </a:ext>
            </a:extLst>
          </p:cNvPr>
          <p:cNvSpPr txBox="1"/>
          <p:nvPr/>
        </p:nvSpPr>
        <p:spPr>
          <a:xfrm>
            <a:off x="415636" y="2355272"/>
            <a:ext cx="5366328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fontAlgn="base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Вычислить производную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-го порядка для функции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0" name="image27.png">
            <a:extLst>
              <a:ext uri="{FF2B5EF4-FFF2-40B4-BE49-F238E27FC236}">
                <a16:creationId xmlns:a16="http://schemas.microsoft.com/office/drawing/2014/main" id="{CE32B4A0-5179-4D10-93D4-F705E24A1C6D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776915" y="2977951"/>
            <a:ext cx="2495988" cy="756360"/>
          </a:xfrm>
          <a:prstGeom prst="rect">
            <a:avLst/>
          </a:prstGeom>
          <a:ln/>
        </p:spPr>
      </p:pic>
      <p:sp>
        <p:nvSpPr>
          <p:cNvPr id="2" name="ISPRING_QUIZ_SHAPE0">
            <a:extLst>
              <a:ext uri="{FF2B5EF4-FFF2-40B4-BE49-F238E27FC236}">
                <a16:creationId xmlns:a16="http://schemas.microsoft.com/office/drawing/2014/main" id="{4D28A727-5194-4C93-B79F-6CB62D726D2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innerShdw>
              <a:scrgbClr r="0" g="0" b="0">
                <a:alpha val="0"/>
              </a:sc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ISPRING_QUIZ_SHAPE1">
            <a:extLst>
              <a:ext uri="{FF2B5EF4-FFF2-40B4-BE49-F238E27FC236}">
                <a16:creationId xmlns:a16="http://schemas.microsoft.com/office/drawing/2014/main" id="{DC940743-2C12-49B9-AB51-69AA086451F6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47570" y="1851660"/>
            <a:ext cx="7899400" cy="4445000"/>
          </a:xfrm>
          <a:prstGeom prst="rect">
            <a:avLst/>
          </a:prstGeom>
          <a:effectLst>
            <a:outerShdw blurRad="114300" dist="38100" dir="5400000" rotWithShape="0">
              <a:scrgbClr r="0" g="0" b="0">
                <a:alpha val="20000"/>
              </a:scrgbClr>
            </a:outerShdw>
          </a:effectLst>
        </p:spPr>
      </p:pic>
      <p:sp>
        <p:nvSpPr>
          <p:cNvPr id="6" name="ISPRING_QUIZ_SHAPE2">
            <a:extLst>
              <a:ext uri="{FF2B5EF4-FFF2-40B4-BE49-F238E27FC236}">
                <a16:creationId xmlns:a16="http://schemas.microsoft.com/office/drawing/2014/main" id="{F5245983-C28B-4A1D-989D-70C0A91D8779}"/>
              </a:ext>
            </a:extLst>
          </p:cNvPr>
          <p:cNvSpPr txBox="1"/>
          <p:nvPr/>
        </p:nvSpPr>
        <p:spPr>
          <a:xfrm>
            <a:off x="731520" y="411480"/>
            <a:ext cx="10728960" cy="553998"/>
          </a:xfrm>
          <a:prstGeom prst="rect">
            <a:avLst/>
          </a:prstGeom>
          <a:noFill/>
          <a:effectLst>
            <a:innerShdw>
              <a:scrgbClr r="0" g="0" b="0">
                <a:alpha val="0"/>
              </a:scrgbClr>
            </a:innerShdw>
          </a:effectLst>
        </p:spPr>
        <p:txBody>
          <a:bodyPr vert="horz" rtlCol="0">
            <a:spAutoFit/>
          </a:bodyPr>
          <a:lstStyle/>
          <a:p>
            <a:pPr algn="ctr"/>
            <a:r>
              <a:rPr lang="ru-RU" sz="30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   Тест</a:t>
            </a:r>
          </a:p>
        </p:txBody>
      </p:sp>
      <p:pic>
        <p:nvPicPr>
          <p:cNvPr id="12" name="ISPRING_QUIZ_SHAPE3">
            <a:extLst>
              <a:ext uri="{FF2B5EF4-FFF2-40B4-BE49-F238E27FC236}">
                <a16:creationId xmlns:a16="http://schemas.microsoft.com/office/drawing/2014/main" id="{EC2AC0A4-8C24-4A56-9416-FF0219B57194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95923" y="482600"/>
            <a:ext cx="406400" cy="406400"/>
          </a:xfrm>
          <a:prstGeom prst="rect">
            <a:avLst/>
          </a:prstGeom>
          <a:effectLst>
            <a:innerShdw>
              <a:scrgbClr r="0" g="0" b="0">
                <a:alpha val="0"/>
              </a:scrgbClr>
            </a:innerShdw>
          </a:effectLst>
        </p:spPr>
      </p:pic>
      <p:sp>
        <p:nvSpPr>
          <p:cNvPr id="13" name="ISPRING_QUIZ_SHAPE4">
            <a:extLst>
              <a:ext uri="{FF2B5EF4-FFF2-40B4-BE49-F238E27FC236}">
                <a16:creationId xmlns:a16="http://schemas.microsoft.com/office/drawing/2014/main" id="{F41A4119-B7EF-46DC-95D7-F3F1A1768CFD}"/>
              </a:ext>
            </a:extLst>
          </p:cNvPr>
          <p:cNvSpPr txBox="1"/>
          <p:nvPr/>
        </p:nvSpPr>
        <p:spPr>
          <a:xfrm>
            <a:off x="731520" y="1097280"/>
            <a:ext cx="10728960" cy="430887"/>
          </a:xfrm>
          <a:prstGeom prst="rect">
            <a:avLst/>
          </a:prstGeom>
          <a:noFill/>
          <a:effectLst>
            <a:innerShdw>
              <a:scrgbClr r="0" g="0" b="0">
                <a:alpha val="0"/>
              </a:scrgbClr>
            </a:innerShdw>
          </a:effectLst>
        </p:spPr>
        <p:txBody>
          <a:bodyPr vert="horz" rtlCol="0">
            <a:spAutoFit/>
          </a:bodyPr>
          <a:lstStyle/>
          <a:p>
            <a:pPr algn="ctr"/>
            <a:r>
              <a:rPr lang="ru-RU" sz="22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Щелкните кнопку </a:t>
            </a:r>
            <a:r>
              <a:rPr lang="ru-RU" sz="2200" b="1">
                <a:solidFill>
                  <a:srgbClr val="343944"/>
                </a:solidFill>
                <a:effectLst/>
                <a:latin typeface="Segoe UI Semibold" panose="020B0702040204020203" pitchFamily="34" charset="0"/>
              </a:rPr>
              <a:t>Тест</a:t>
            </a:r>
            <a:r>
              <a:rPr lang="ru-RU" sz="2200">
                <a:solidFill>
                  <a:srgbClr val="343944"/>
                </a:solidFill>
                <a:effectLst/>
                <a:latin typeface="Segoe UI" panose="020B0502040204020203" pitchFamily="34" charset="0"/>
              </a:rPr>
              <a:t> для редактирования этого теста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773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95018A4-9AFE-4909-BE56-78A42EEA8E8B}"/>
              </a:ext>
            </a:extLst>
          </p:cNvPr>
          <p:cNvSpPr/>
          <p:nvPr/>
        </p:nvSpPr>
        <p:spPr>
          <a:xfrm>
            <a:off x="-340553" y="-351577"/>
            <a:ext cx="12713110" cy="2058640"/>
          </a:xfrm>
          <a:prstGeom prst="rect">
            <a:avLst/>
          </a:prstGeom>
          <a:solidFill>
            <a:srgbClr val="E4E8E8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Иконка  1"/>
          <p:cNvSpPr>
            <a:spLocks noChangeAspect="1" noEditPoints="1"/>
          </p:cNvSpPr>
          <p:nvPr>
            <p:custDataLst>
              <p:tags r:id="rId2"/>
            </p:custDataLst>
          </p:nvPr>
        </p:nvSpPr>
        <p:spPr bwMode="auto">
          <a:xfrm>
            <a:off x="928108" y="5083214"/>
            <a:ext cx="336224" cy="337705"/>
          </a:xfrm>
          <a:custGeom>
            <a:avLst/>
            <a:gdLst>
              <a:gd name="T0" fmla="*/ 96 w 192"/>
              <a:gd name="T1" fmla="*/ 0 h 192"/>
              <a:gd name="T2" fmla="*/ 0 w 192"/>
              <a:gd name="T3" fmla="*/ 96 h 192"/>
              <a:gd name="T4" fmla="*/ 96 w 192"/>
              <a:gd name="T5" fmla="*/ 192 h 192"/>
              <a:gd name="T6" fmla="*/ 192 w 192"/>
              <a:gd name="T7" fmla="*/ 96 h 192"/>
              <a:gd name="T8" fmla="*/ 96 w 192"/>
              <a:gd name="T9" fmla="*/ 0 h 192"/>
              <a:gd name="T10" fmla="*/ 152 w 192"/>
              <a:gd name="T11" fmla="*/ 66 h 192"/>
              <a:gd name="T12" fmla="*/ 78 w 192"/>
              <a:gd name="T13" fmla="*/ 141 h 192"/>
              <a:gd name="T14" fmla="*/ 66 w 192"/>
              <a:gd name="T15" fmla="*/ 141 h 192"/>
              <a:gd name="T16" fmla="*/ 35 w 192"/>
              <a:gd name="T17" fmla="*/ 110 h 192"/>
              <a:gd name="T18" fmla="*/ 35 w 192"/>
              <a:gd name="T19" fmla="*/ 98 h 192"/>
              <a:gd name="T20" fmla="*/ 48 w 192"/>
              <a:gd name="T21" fmla="*/ 98 h 192"/>
              <a:gd name="T22" fmla="*/ 72 w 192"/>
              <a:gd name="T23" fmla="*/ 122 h 192"/>
              <a:gd name="T24" fmla="*/ 140 w 192"/>
              <a:gd name="T25" fmla="*/ 54 h 192"/>
              <a:gd name="T26" fmla="*/ 152 w 192"/>
              <a:gd name="T27" fmla="*/ 54 h 192"/>
              <a:gd name="T28" fmla="*/ 152 w 192"/>
              <a:gd name="T29" fmla="*/ 6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92" h="192">
                <a:moveTo>
                  <a:pt x="96" y="0"/>
                </a:moveTo>
                <a:cubicBezTo>
                  <a:pt x="43" y="0"/>
                  <a:pt x="0" y="43"/>
                  <a:pt x="0" y="96"/>
                </a:cubicBezTo>
                <a:cubicBezTo>
                  <a:pt x="0" y="149"/>
                  <a:pt x="43" y="192"/>
                  <a:pt x="96" y="192"/>
                </a:cubicBezTo>
                <a:cubicBezTo>
                  <a:pt x="149" y="192"/>
                  <a:pt x="192" y="149"/>
                  <a:pt x="192" y="96"/>
                </a:cubicBezTo>
                <a:cubicBezTo>
                  <a:pt x="192" y="43"/>
                  <a:pt x="149" y="0"/>
                  <a:pt x="96" y="0"/>
                </a:cubicBezTo>
                <a:close/>
                <a:moveTo>
                  <a:pt x="152" y="66"/>
                </a:moveTo>
                <a:cubicBezTo>
                  <a:pt x="78" y="141"/>
                  <a:pt x="78" y="141"/>
                  <a:pt x="78" y="141"/>
                </a:cubicBezTo>
                <a:cubicBezTo>
                  <a:pt x="75" y="144"/>
                  <a:pt x="69" y="144"/>
                  <a:pt x="66" y="141"/>
                </a:cubicBezTo>
                <a:cubicBezTo>
                  <a:pt x="35" y="110"/>
                  <a:pt x="35" y="110"/>
                  <a:pt x="35" y="110"/>
                </a:cubicBezTo>
                <a:cubicBezTo>
                  <a:pt x="32" y="107"/>
                  <a:pt x="32" y="101"/>
                  <a:pt x="35" y="98"/>
                </a:cubicBezTo>
                <a:cubicBezTo>
                  <a:pt x="39" y="95"/>
                  <a:pt x="44" y="95"/>
                  <a:pt x="48" y="98"/>
                </a:cubicBezTo>
                <a:cubicBezTo>
                  <a:pt x="72" y="122"/>
                  <a:pt x="72" y="122"/>
                  <a:pt x="72" y="122"/>
                </a:cubicBezTo>
                <a:cubicBezTo>
                  <a:pt x="140" y="54"/>
                  <a:pt x="140" y="54"/>
                  <a:pt x="140" y="54"/>
                </a:cubicBezTo>
                <a:cubicBezTo>
                  <a:pt x="143" y="51"/>
                  <a:pt x="149" y="51"/>
                  <a:pt x="152" y="54"/>
                </a:cubicBezTo>
                <a:cubicBezTo>
                  <a:pt x="156" y="57"/>
                  <a:pt x="156" y="63"/>
                  <a:pt x="152" y="66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/>
          </a:p>
        </p:txBody>
      </p:sp>
      <p:sp>
        <p:nvSpPr>
          <p:cNvPr id="34" name="Иконка  2"/>
          <p:cNvSpPr>
            <a:spLocks noChangeAspect="1" noEditPoints="1"/>
          </p:cNvSpPr>
          <p:nvPr>
            <p:custDataLst>
              <p:tags r:id="rId3"/>
            </p:custDataLst>
          </p:nvPr>
        </p:nvSpPr>
        <p:spPr bwMode="auto">
          <a:xfrm>
            <a:off x="931369" y="4120639"/>
            <a:ext cx="336224" cy="337705"/>
          </a:xfrm>
          <a:custGeom>
            <a:avLst/>
            <a:gdLst>
              <a:gd name="T0" fmla="*/ 96 w 192"/>
              <a:gd name="T1" fmla="*/ 0 h 192"/>
              <a:gd name="T2" fmla="*/ 0 w 192"/>
              <a:gd name="T3" fmla="*/ 96 h 192"/>
              <a:gd name="T4" fmla="*/ 96 w 192"/>
              <a:gd name="T5" fmla="*/ 192 h 192"/>
              <a:gd name="T6" fmla="*/ 192 w 192"/>
              <a:gd name="T7" fmla="*/ 96 h 192"/>
              <a:gd name="T8" fmla="*/ 96 w 192"/>
              <a:gd name="T9" fmla="*/ 0 h 192"/>
              <a:gd name="T10" fmla="*/ 152 w 192"/>
              <a:gd name="T11" fmla="*/ 66 h 192"/>
              <a:gd name="T12" fmla="*/ 78 w 192"/>
              <a:gd name="T13" fmla="*/ 141 h 192"/>
              <a:gd name="T14" fmla="*/ 66 w 192"/>
              <a:gd name="T15" fmla="*/ 141 h 192"/>
              <a:gd name="T16" fmla="*/ 35 w 192"/>
              <a:gd name="T17" fmla="*/ 110 h 192"/>
              <a:gd name="T18" fmla="*/ 35 w 192"/>
              <a:gd name="T19" fmla="*/ 98 h 192"/>
              <a:gd name="T20" fmla="*/ 48 w 192"/>
              <a:gd name="T21" fmla="*/ 98 h 192"/>
              <a:gd name="T22" fmla="*/ 72 w 192"/>
              <a:gd name="T23" fmla="*/ 122 h 192"/>
              <a:gd name="T24" fmla="*/ 140 w 192"/>
              <a:gd name="T25" fmla="*/ 54 h 192"/>
              <a:gd name="T26" fmla="*/ 152 w 192"/>
              <a:gd name="T27" fmla="*/ 54 h 192"/>
              <a:gd name="T28" fmla="*/ 152 w 192"/>
              <a:gd name="T29" fmla="*/ 6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92" h="192">
                <a:moveTo>
                  <a:pt x="96" y="0"/>
                </a:moveTo>
                <a:cubicBezTo>
                  <a:pt x="43" y="0"/>
                  <a:pt x="0" y="43"/>
                  <a:pt x="0" y="96"/>
                </a:cubicBezTo>
                <a:cubicBezTo>
                  <a:pt x="0" y="149"/>
                  <a:pt x="43" y="192"/>
                  <a:pt x="96" y="192"/>
                </a:cubicBezTo>
                <a:cubicBezTo>
                  <a:pt x="149" y="192"/>
                  <a:pt x="192" y="149"/>
                  <a:pt x="192" y="96"/>
                </a:cubicBezTo>
                <a:cubicBezTo>
                  <a:pt x="192" y="43"/>
                  <a:pt x="149" y="0"/>
                  <a:pt x="96" y="0"/>
                </a:cubicBezTo>
                <a:close/>
                <a:moveTo>
                  <a:pt x="152" y="66"/>
                </a:moveTo>
                <a:cubicBezTo>
                  <a:pt x="78" y="141"/>
                  <a:pt x="78" y="141"/>
                  <a:pt x="78" y="141"/>
                </a:cubicBezTo>
                <a:cubicBezTo>
                  <a:pt x="75" y="144"/>
                  <a:pt x="69" y="144"/>
                  <a:pt x="66" y="141"/>
                </a:cubicBezTo>
                <a:cubicBezTo>
                  <a:pt x="35" y="110"/>
                  <a:pt x="35" y="110"/>
                  <a:pt x="35" y="110"/>
                </a:cubicBezTo>
                <a:cubicBezTo>
                  <a:pt x="32" y="107"/>
                  <a:pt x="32" y="101"/>
                  <a:pt x="35" y="98"/>
                </a:cubicBezTo>
                <a:cubicBezTo>
                  <a:pt x="39" y="95"/>
                  <a:pt x="44" y="95"/>
                  <a:pt x="48" y="98"/>
                </a:cubicBezTo>
                <a:cubicBezTo>
                  <a:pt x="72" y="122"/>
                  <a:pt x="72" y="122"/>
                  <a:pt x="72" y="122"/>
                </a:cubicBezTo>
                <a:cubicBezTo>
                  <a:pt x="140" y="54"/>
                  <a:pt x="140" y="54"/>
                  <a:pt x="140" y="54"/>
                </a:cubicBezTo>
                <a:cubicBezTo>
                  <a:pt x="143" y="51"/>
                  <a:pt x="149" y="51"/>
                  <a:pt x="152" y="54"/>
                </a:cubicBezTo>
                <a:cubicBezTo>
                  <a:pt x="156" y="57"/>
                  <a:pt x="156" y="63"/>
                  <a:pt x="152" y="66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/>
          </a:p>
        </p:txBody>
      </p:sp>
      <p:sp>
        <p:nvSpPr>
          <p:cNvPr id="22" name="Иконка  3"/>
          <p:cNvSpPr>
            <a:spLocks noChangeAspect="1" noEditPoints="1"/>
          </p:cNvSpPr>
          <p:nvPr>
            <p:custDataLst>
              <p:tags r:id="rId4"/>
            </p:custDataLst>
          </p:nvPr>
        </p:nvSpPr>
        <p:spPr bwMode="auto">
          <a:xfrm>
            <a:off x="928107" y="3158064"/>
            <a:ext cx="336224" cy="337705"/>
          </a:xfrm>
          <a:custGeom>
            <a:avLst/>
            <a:gdLst>
              <a:gd name="T0" fmla="*/ 96 w 192"/>
              <a:gd name="T1" fmla="*/ 0 h 192"/>
              <a:gd name="T2" fmla="*/ 0 w 192"/>
              <a:gd name="T3" fmla="*/ 96 h 192"/>
              <a:gd name="T4" fmla="*/ 96 w 192"/>
              <a:gd name="T5" fmla="*/ 192 h 192"/>
              <a:gd name="T6" fmla="*/ 192 w 192"/>
              <a:gd name="T7" fmla="*/ 96 h 192"/>
              <a:gd name="T8" fmla="*/ 96 w 192"/>
              <a:gd name="T9" fmla="*/ 0 h 192"/>
              <a:gd name="T10" fmla="*/ 152 w 192"/>
              <a:gd name="T11" fmla="*/ 66 h 192"/>
              <a:gd name="T12" fmla="*/ 78 w 192"/>
              <a:gd name="T13" fmla="*/ 141 h 192"/>
              <a:gd name="T14" fmla="*/ 66 w 192"/>
              <a:gd name="T15" fmla="*/ 141 h 192"/>
              <a:gd name="T16" fmla="*/ 35 w 192"/>
              <a:gd name="T17" fmla="*/ 110 h 192"/>
              <a:gd name="T18" fmla="*/ 35 w 192"/>
              <a:gd name="T19" fmla="*/ 98 h 192"/>
              <a:gd name="T20" fmla="*/ 48 w 192"/>
              <a:gd name="T21" fmla="*/ 98 h 192"/>
              <a:gd name="T22" fmla="*/ 72 w 192"/>
              <a:gd name="T23" fmla="*/ 122 h 192"/>
              <a:gd name="T24" fmla="*/ 140 w 192"/>
              <a:gd name="T25" fmla="*/ 54 h 192"/>
              <a:gd name="T26" fmla="*/ 152 w 192"/>
              <a:gd name="T27" fmla="*/ 54 h 192"/>
              <a:gd name="T28" fmla="*/ 152 w 192"/>
              <a:gd name="T29" fmla="*/ 6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92" h="192">
                <a:moveTo>
                  <a:pt x="96" y="0"/>
                </a:moveTo>
                <a:cubicBezTo>
                  <a:pt x="43" y="0"/>
                  <a:pt x="0" y="43"/>
                  <a:pt x="0" y="96"/>
                </a:cubicBezTo>
                <a:cubicBezTo>
                  <a:pt x="0" y="149"/>
                  <a:pt x="43" y="192"/>
                  <a:pt x="96" y="192"/>
                </a:cubicBezTo>
                <a:cubicBezTo>
                  <a:pt x="149" y="192"/>
                  <a:pt x="192" y="149"/>
                  <a:pt x="192" y="96"/>
                </a:cubicBezTo>
                <a:cubicBezTo>
                  <a:pt x="192" y="43"/>
                  <a:pt x="149" y="0"/>
                  <a:pt x="96" y="0"/>
                </a:cubicBezTo>
                <a:close/>
                <a:moveTo>
                  <a:pt x="152" y="66"/>
                </a:moveTo>
                <a:cubicBezTo>
                  <a:pt x="78" y="141"/>
                  <a:pt x="78" y="141"/>
                  <a:pt x="78" y="141"/>
                </a:cubicBezTo>
                <a:cubicBezTo>
                  <a:pt x="75" y="144"/>
                  <a:pt x="69" y="144"/>
                  <a:pt x="66" y="141"/>
                </a:cubicBezTo>
                <a:cubicBezTo>
                  <a:pt x="35" y="110"/>
                  <a:pt x="35" y="110"/>
                  <a:pt x="35" y="110"/>
                </a:cubicBezTo>
                <a:cubicBezTo>
                  <a:pt x="32" y="107"/>
                  <a:pt x="32" y="101"/>
                  <a:pt x="35" y="98"/>
                </a:cubicBezTo>
                <a:cubicBezTo>
                  <a:pt x="39" y="95"/>
                  <a:pt x="44" y="95"/>
                  <a:pt x="48" y="98"/>
                </a:cubicBezTo>
                <a:cubicBezTo>
                  <a:pt x="72" y="122"/>
                  <a:pt x="72" y="122"/>
                  <a:pt x="72" y="122"/>
                </a:cubicBezTo>
                <a:cubicBezTo>
                  <a:pt x="140" y="54"/>
                  <a:pt x="140" y="54"/>
                  <a:pt x="140" y="54"/>
                </a:cubicBezTo>
                <a:cubicBezTo>
                  <a:pt x="143" y="51"/>
                  <a:pt x="149" y="51"/>
                  <a:pt x="152" y="54"/>
                </a:cubicBezTo>
                <a:cubicBezTo>
                  <a:pt x="156" y="57"/>
                  <a:pt x="156" y="63"/>
                  <a:pt x="152" y="66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/>
          </a:p>
        </p:txBody>
      </p:sp>
      <p:sp>
        <p:nvSpPr>
          <p:cNvPr id="11" name="Текст  1"/>
          <p:cNvSpPr>
            <a:spLocks noGrp="1"/>
          </p:cNvSpPr>
          <p:nvPr>
            <p:ph type="body" sz="quarter" idx="17"/>
          </p:nvPr>
        </p:nvSpPr>
        <p:spPr>
          <a:xfrm>
            <a:off x="1339114" y="5027146"/>
            <a:ext cx="6421245" cy="793119"/>
          </a:xfrm>
        </p:spPr>
        <p:txBody>
          <a:bodyPr/>
          <a:lstStyle/>
          <a:p>
            <a:pPr marR="227330" algn="just"/>
            <a:r>
              <a:rPr lang="ru-RU" dirty="0"/>
              <a:t>В. Ш. Ройтенберг, Ю. К. Оленикова, Л. А. Сидорова. Задачи студенческих математических олимпиад ЯГТУ: учебное пособие. Ярославль: Изд-во ЯГТУ, 2015. 151 с.</a:t>
            </a:r>
          </a:p>
        </p:txBody>
      </p:sp>
      <p:sp>
        <p:nvSpPr>
          <p:cNvPr id="9" name="Текст  2"/>
          <p:cNvSpPr>
            <a:spLocks noGrp="1"/>
          </p:cNvSpPr>
          <p:nvPr>
            <p:ph type="body" sz="quarter" idx="15"/>
          </p:nvPr>
        </p:nvSpPr>
        <p:spPr>
          <a:xfrm>
            <a:off x="1339113" y="4047281"/>
            <a:ext cx="6765182" cy="669565"/>
          </a:xfrm>
        </p:spPr>
        <p:txBody>
          <a:bodyPr/>
          <a:lstStyle/>
          <a:p>
            <a:r>
              <a:rPr lang="ru-RU" dirty="0"/>
              <a:t>Программы для корпоративного обучения. </a:t>
            </a:r>
            <a:r>
              <a:rPr lang="ru-RU" i="1" dirty="0"/>
              <a:t>URL: </a:t>
            </a:r>
            <a:r>
              <a:rPr lang="ru-RU" i="1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https://www.ispring.ru</a:t>
            </a:r>
            <a:r>
              <a:rPr lang="ru-RU" i="1" dirty="0"/>
              <a:t> </a:t>
            </a:r>
            <a:endParaRPr lang="en-US" i="1" dirty="0"/>
          </a:p>
        </p:txBody>
      </p:sp>
      <p:sp>
        <p:nvSpPr>
          <p:cNvPr id="19" name="Текст  3"/>
          <p:cNvSpPr>
            <a:spLocks noGrp="1"/>
          </p:cNvSpPr>
          <p:nvPr>
            <p:ph type="body" sz="quarter" idx="11"/>
          </p:nvPr>
        </p:nvSpPr>
        <p:spPr>
          <a:xfrm>
            <a:off x="1339113" y="3067416"/>
            <a:ext cx="6208180" cy="669565"/>
          </a:xfrm>
        </p:spPr>
        <p:txBody>
          <a:bodyPr/>
          <a:lstStyle/>
          <a:p>
            <a:pPr algn="l"/>
            <a:r>
              <a:rPr lang="ru-RU" dirty="0"/>
              <a:t>Письменный, Д. Т. </a:t>
            </a:r>
            <a:r>
              <a:rPr lang="ru-RU" i="1" dirty="0"/>
              <a:t>Конспект лекций по высшей математике: полный курс. </a:t>
            </a:r>
            <a:r>
              <a:rPr lang="ru-RU" dirty="0"/>
              <a:t>М.: Айрис-пресс, 2006. 608 с.</a:t>
            </a:r>
            <a:endParaRPr lang="en-US" dirty="0"/>
          </a:p>
        </p:txBody>
      </p:sp>
      <p:sp>
        <p:nvSpPr>
          <p:cNvPr id="12" name="Текст  4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b="1" dirty="0"/>
              <a:t>Разработали: </a:t>
            </a:r>
            <a:r>
              <a:rPr lang="ru-RU" dirty="0"/>
              <a:t>Бардаль Екатерина Сергеевна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dirty="0"/>
              <a:t>	        </a:t>
            </a:r>
            <a:r>
              <a:rPr lang="ru-RU" dirty="0" err="1"/>
              <a:t>Девятерикова</a:t>
            </a:r>
            <a:r>
              <a:rPr lang="ru-RU" dirty="0"/>
              <a:t> Марина Владимировна</a:t>
            </a:r>
            <a:endParaRPr lang="en-US" dirty="0"/>
          </a:p>
        </p:txBody>
      </p:sp>
      <p:sp>
        <p:nvSpPr>
          <p:cNvPr id="3" name="Заголовок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 пособии</a:t>
            </a:r>
          </a:p>
        </p:txBody>
      </p:sp>
      <p:sp>
        <p:nvSpPr>
          <p:cNvPr id="14" name="Прямоугольник  1"/>
          <p:cNvSpPr/>
          <p:nvPr/>
        </p:nvSpPr>
        <p:spPr>
          <a:xfrm>
            <a:off x="928107" y="1581676"/>
            <a:ext cx="551237" cy="3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Картинка  1"/>
          <p:cNvPicPr>
            <a:picLocks noGrp="1" noChangeAspect="1"/>
          </p:cNvPicPr>
          <p:nvPr>
            <p:ph type="pic" idx="1"/>
          </p:nvPr>
        </p:nvPicPr>
        <p:blipFill>
          <a:blip r:embed="rId8" cstate="print"/>
          <a:srcRect t="12" b="12"/>
          <a:stretch>
            <a:fillRect/>
          </a:stretch>
        </p:blipFill>
        <p:spPr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3235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D298EE2F-DEF6-4669-B062-A5D32D7F1829}"/>
  <p:tag name="ISPRING_PROJECT_VERSION" val="9.3"/>
  <p:tag name="ISPRING_PROJECT_FOLDER_UPDATED" val="1"/>
  <p:tag name="ISPRING_PRESENTATION_COURSE_TITLE" val="Презентация1"/>
  <p:tag name="ISPRING_LMS_API_VERSION" val="SCORM 2004 (4th edition)"/>
  <p:tag name="ISPRING_ULTRA_SCORM_COURSE_ID" val="FB60A83B-286B-4988-BAE5-E77364D4124C"/>
  <p:tag name="ISPRING_CMI5_LAUNCH_METHOD" val="any window"/>
  <p:tag name="ISPRINGCLOUDFOLDERID" val="1"/>
  <p:tag name="ISPRINGONLINEFOLDERID" val="1"/>
  <p:tag name="ISPRING_SCORM_RATE_SLIDES" val="0"/>
  <p:tag name="ISPRING_CURRENT_PLAYER_ID" val="universal"/>
  <p:tag name="ISPRING_FIRST_PUBLISH" val="1"/>
  <p:tag name="ISPRING_PLAYERS_CUSTOMIZATION_2" val="UEsDBBQAAgAIACF3MVTuA81MSQMAAOMJAAAUAAAAdW5pdmVyc2FsL3BsYXllci54bWytVslu2zAQPTtA/kHgPaIdd0kCKUFbwOihLQK4282gpbHEWiJVkorifH1H1K7IbgPUgA1pOO9xlsehvbvHNHEeQGkuhU8W7pw4IAIZchH55NvX1cUVubs9P/OyhB1AOTz0SS54CWAJcULQgeKZQfA9M7FPegYXmYmTKS4VNwefLOfI3e60vCTnZzN0EdonsTHZDaVFUbhcI0JEWiZ5SaLdQKY0U6BBGFC0CoM4DfbG/B2N31QKag4Z6B4yMy/fuCZpOR41H5AUS1eqiF7O5wv68/OndRBDyi640IaJAIiDlZzZUm5ZsP8swzwBXdpmXhXkGowpg7C2mWdu+OJKOFoFPqkcNilozSLQbiIiQlu/hrMhqDCNdcNEuBHsgUeszG2jay/boo5Ex1KZIDc1eg+HrWQq3LT2nr9HJyL2dgnTcc2nB7lY/j2vk7F+m/J9MhabUb5NuI5xqQ/prNNJ0OGuXmprbGX7rZHtqmQijoLfOVcQ2tfv7QmYL0i1YStzG6eriwAX8GnFAiPV4QPCULq1bNxWKW6lFNeCWg633X3dUZAm2x0wkytoSjXzHngI8gtTyvbr1qgcPDoy1lg6BHu0SrluUtcQLzZp8vofelP6jVrzS0txqjcW8j9a8xGJ2qpwEcLjiqOPgRSragDLXdpckyVuuWcXk863ae84DUzdWcC2/MIRYJiKAE9/yAyjnZ0eg4JiGl2CXI2wvYWj4JhHcYJfM8kwXj1KkzK1n2ToLRwFJzLYT0Bb81HgVskCM9R5luEIeF685+ttR+i4JSNltnL06MRA9IJcG5nyJ6v1waQ0N1bUJ87v+Zlz7NOA3mW8hbydn0KMZsEgrmYy7E4R4GR44FCsBzwXtdXNcIxPTPvyaTTiS9N9OWWa+VwaNlllGU9yMHlWeTUnOc9GPiHsWJ6YD/2EhteHhY4Snr45prh+4FmVxZo/gVPwsPxzsFhiqZ0YSr375M3VsseAWsTZONjemo7tuJOiqYPrUvtW/dp2NHdUrZVKZsck5dW9qDDVPHiPcoyUzEU4EoBtWE2vE5zI7xQwJ4EdZrS4xOMhM5+8woc65+vX113KbxfXDdbGdV9tXMXyggupDriTH60PUpuIV881fPwDUEsDBBQAAgAIAKqESFTP0k71bQgAAKYgAAAdAAAAdW5pdmVyc2FsL2NvbW1vbl9tZXNzYWdlcy5sbmfNWm1v29YV/l6g/4EwYGAFlrQd0GAonAQUdW0RoUiVvIqTDQVhNEZgwHGGeivab7HdFxfJYiNoliytkyUt+qX9oDiSLestf+HyL+yX9DnnkhIlOyMpz9g+yBFJ3fPy3HOec+5h5i5/fmvV+Gz50/WV22sXZ94//96Msbz2ye0bK2s3L87U5fy5P84Y639dWruxtHp7bfnizNrtGePypbffmltdWrv5t6Wby/j+9luGMXdreX0dl+uX6Gp0bazcuDhTK4WmZYkgsEuOCE3fNkPHLAknLJnWlVB6YUks2O7MJfVMtaI7qqWOok3VNlTHUH3ViL5RDdWNtoxoQ3Xx9Ug1VWPu3VhBMX2elF41rJmucKBuT7XVgepHO9GOoV5DdB+6u9G96YS75lV7wZS254alOvS4AVQ8gcwBZHfIHzij9qHzFZz6Gv+2p1MUCCltdyFgDxrRRrQJ0AbAhZU01YBvbUFrX3+fWpFjlwW0PE9wn06M9GpDyB/QDkdfnRL0etn2gLfva7hZDYTvwukmcIXTBDqjso/PAe62oKetWgW01BzzuvDDwBLQRPo8GQb1Ws3zpShD23eQh8CE/FekJ7qrjgzeihZv9AF5SnveIjcHMKHJ0X2AZft43sJvNwiDfYPX0P0e/bgJNHaSYH/JLrRVE3h9q9rRVwUcCK7YbgjjGbL4tu3Y8npY9XhfJ9ItbcgZmeF6ftV0cuknzLqcPYCXLrt4Rr9vFNVd80UgXIm9rFU86UHxTwiRTZJM4qIv4dAOJw4yiLxtgnLa+F5IE+VK6IbefGh5dVem08aY/aguAg5Vt14tCX/WgPxDY1Z6EmgkD4PZAvquQt1JOfCAdglI/XdyYNEEbFXTv6KRtHyBG+Vw0ZYVdnCgDomNaZsQKnrTetD9bXQvum+wSlyegwWU9hvEecZK8JdPUV6yrEhqg1mrxXw69BGsB72NbD6yvCqI53roeAsoMvYC1n6vA4oiTr1GiWGDNQ3BuN/94cKFz9//4MI7hSQHiGknU7bBwj94L4dsV/qeozkzdMU1yWyzC/kP1cNiq726dGxXk/j3EPFPCPqlmAikz1UGfVc9wue7zNV130e6xRlhB0ychJcjEuLsMvdzbDY5zQ90bNJtKgcD9RI1YsBk3uPsp98ifii2mGLx916qIeDs1Yj3UVozE7fsVU3EM4hB+rZFCUTlAyQOViDWpuh6rfXAhO4xA/SNFn4Hu/GbuJ5ziTeivzO59DSl9Ni11vlskxZdxzPLHPBVJKC5ICbASgHQeJMFlIX7CQcY0RbXf05Quo3vqDAv4dcGM2oDN+hRS4trczk7SIgiSVWjtrr0hfaNSle0bax4QbZDvrmINgU57DkBCkA5uQOvHnEnRJywTUbRXkI7U9Z+nC+tgvJ9MxA+J2FD9zyqM4WEUGfyU6oAWgxbh8jYKGpRxV6oOPhINusHmHUHAQqfi4mpCZcrVpdjSfuWQ0hc8MwgWPT8MhcGAE4ZpWPgNdszoM4rqfW5gyxLt+1aHjjAkmn9e5DBWw5J1CqlLcgWCGdMztOYVgAQEiaUmhz3TuKMw2Mxhid9jR4edThG9pMeObr3+8RbLpUGIqCl+5CxJoWToAmhW9z2HaVIKDMjHLPuWpWwJEel7BETzdYo1HLKAHmN88Tz4a7pDR7nAfRWJyR4eyzBM82PleEUdQ2czrA/VC+KrPKuUG6pJ0XWXBeBLn9Zi1LnLxSdhNq54jyI7hqEDzflmwnb6VBvaNCY2MaLChYxkSNAqbJwd8N/sPs7ALYTbZ0vZlQg0Ou50jaddHs4Mq4/XuuOmXZaa1DKLVEmbvmobv8pnDdth7u5dC4xVv0RRtsws21w2iBI4wo3Oom3jNm40LtlcY0a23j1G+A+Vr/BSYj/+3Ss4LAdoVLUnbE+Y8KrpIzqZI6JopGkM5ccTUvpnqKfj1byYjONP0SgZ+cMEQ+L2U6FXsx0Z+DV8Cj9nwNPxwnolQNvwsQTWL05Ooj/n4bn2AxhmhCdIiqLwDKtK4Wjs2hAnr1b8WRA4DwAUhbnbi2trOZfViFlJdtjOu/AzLt5avhove3OewzZxOghvwTXS4TsUdjqHudLqgpcQOJjyeCk8UYrv5aggv3Vfj6j7WKeeMlbWEAKzyzSM4qphi4jeYuiFNhSdz8Noq2spUyrp2ggE048+1YxdTId64akLR3BTRTPrvjQ/M3wvFZ8wgw99apIMNWNynFaJlx0g0pK9nnso/c/PlVSYuY8IvOYKAaP4oenez2Nq2pcPo3BMTbPxgYLKesmjInuZykbkt1pDh0pwjr7uAmE6eN4YJmuJfRBdjOeQDRyLgWhEMaODIaHlOe8zTTISmaIR3EV7SfES6GQU4GeKpXFvAklCZjEKnT+7+QUMmniv3AUeaR+xOn/V/VC7eLziwGhT9VjWP9E7X5YSC4dr1DfxFD+n/mg1uN+oaPaHxeWRm6OhL0AYJ2Tm6ts0fUSB3oQevPzOj+JQTMjQ5qlcZ94mvcDHeEA0OM8y+NhYiounqJ0PQT4/4CoPWCdOZ2UNpJ3fOz2QL/l2+DZG71eaDHJcEb0ThhLDFtczo03D+JaBjPkIXch2/Tc0KIbyZyPJirZuBHYcdCaUppWpQriCTjmiLS2aLAd3S0iJol9y6v7gRjylh5rD+dfBh3peGreKCKcpvWojTw8gtDHgIXfEIJNehokIvSJaVu0U0QFh1E8vBjmRBEBo6n0U27ziTO7eV9PpAWdvpMinKRdC81ymYf5/M62y51IPyl48XisyTUvZSvd7KZn/kTcE1P/vPqtiumixv9PTPCFGM78aQQ9mtG+4rg5pLbs33d+zhKk30nFVRJ1RF+P3tpwfzocSo1LG16t8/8omHs39R8MfgNQSwMEFAACAAgAqoRIVLay98ilAAAAggEAAC4AAAB1bml2ZXJzYWwvcGxheWJhY2tfYW5kX25hdmlnYXRpb25fc2V0dGluZ3MueG1sdZDBCoMwEETvfoV/UOg5BHoubYX6AyuOEoiJZFfBv28iakubHnfezC47iiFiXM+6KEtFk/inUBAtYYI6vedEmWZcnBlIjHdRFvDmy5GUsN6PVQDDyYp0R5aj/0ffj1eWlmMR7/YMyQdqM0Cfc4GVpJCj2fSrVi8jdBcQD3yJyQdHjcUVS+MptPfDsH38F6ds/GwacPMtNKf2HjOCOn2oRaxs7/0FUEsDBBQAAgAIAKqESFRO4DYYbgUAAI8ZAAAnAAAAdW5pdmVyc2FsL2ZsYXNoX3B1Ymxpc2hpbmdfc2V0dGluZ3MueG1s5VlbTxtHFH73rxhtlbfGa8I1yDaiYBQr5lK8rRJVFRp7B3ua9e5qdxxCn7ioDRVRgqrQRGkDbSr1pX1wC26NiZ2/MPsX+kt6ZndtfIMuqUGkeVhgZ8755jvfnDl7dolOPCho6D6xbGroMWkgHJEQ0bOGSvVcTPpEmbk+JiGbYV3FmqGTmKQbEpqIh6JmMaNRO58mjIGpjQBGt8dNFpPyjJnjsryyshKmtmmJWUMrMsC3w1mjIJsWsYnOiCWbGl6FX2zVJLbkIwQAgKtg6L5bPBRCKOohzRpqUSOIqsBcpyIorM1o2M5LsmeWwdl7Ocso6uqUoRkWsnKZmPTB8NRIZGSwYeNBTdMC0YUmdhwGxTAbx6pKBQuspemXBOUJzeWB7uiQhFaoyvIxaTByQ8CAudwN44J7sWMBM2WACDrz8QuEYRUz7N16CzLygNmNAW9IXdVxgWYVmEFCgJg0rSylU8npxNLcvJJIL91SZlMeh3M4KYk7yjmclKSSSpzHPij8rbsLicVUcu72kjI/n1KSCydeoGibIFG5XbEoKGsUrSxpChZl+WIho2OqQZJ2yGgTBmmuYStHFGOGwi4uY80mEvrCJLmPi1ijbBVOQwROwz1CzEnbJFm2KLYtJjGrSKQTOA8QiMFeNnNi+GYzJ0bH2kKXvdVPwurJMooZw9k8JA+MudSicutQw4yKc4SzjN6HzCQdQS4XNS1dNE3DYnFB2l27dbDJ4RSY6LKhtykn7lHG0NSmXqSQIeocLpCWI5e+R/UZsByQ0DLssQZKzptER2mswzGnDNTNNgHsYsZmlLnHe8a3nrQo1hDgQR0iaDbdpXY2jy27bVObGyvOVjb+GX/GS/w1LzsbvMorn3uye3On+7ziZV511p0NxGu8hJx1fgwoR/yQlwMh8G+dbeR8xeuwagWuMuJ/8Dr/C67fAbEOdzDsPEL8jbMGVuvAEGydNW+gDJZlXgPHkvM1r/AKMGjM/An+ZX7A68iNal0YTQTi9BL8YH1BCwKpiCURLFQCMmVnzdnyKQm6AvbDkxUhbOQ8hD9fw5gwhj+PRGiePPwQ3DcFJ37UolU4EKun/Nh50oT1yZUawIBUAyG224CRK0FnKM4mWAiYLaGwr6xPsxFT93aia15lSs5NJ+5cu2TKZ6jfH6YiDcXKjTzbArjgaiBvg8si0+qQBmUvkztSVgwL4gKmDKmw6Tx2voEAyy3Izna4nykKMzU3iDWYqoodBoOaICWmLylxg3IVcyWArvODK3CkznuKzg7o4s/TWxyh/hNsHiMv62Fb3GPUV6ku/7A1ZHfr5CFcx2JZ4FARwz3FPoONv0eHwqwKPjV4cpWCq3tK0CV3GXG8Sx1LiQfshiDtPBLrifTxfoD+T4BG1dkMJsNPLYg+jVp7rF0k+rFuZODG4NDwyOjYzfGw/PfaL9fPdPKb5AUNU73RJU+d2oUH8+roxf/F6YyOvMt3xrAK0KQStWvR3m8ZAdyTc0picXJKSX6aVO72AHDV6+4Go7LoVHs3rm77flX7Vv4j34XW9Wf+Pf8N2tEduH5FfJ/v8eeQsS/4znjA5Ba95htI8EPvaMPjxKsytUYZEtkeEGsPasYuMPsO+LwEIruB/J6B9Q/g9wpoPw/4aN1xvZ4GrGM7oNJuQDZgHZADMA5kucdfBLLbbyu0Lf1/R7vvPA647IHb/4h6/dDfXH9f4e0CnlH+u8M7UYwC1YW3qmPvRi36zy/RXjG7oFq0DzlbgUdh9cJy6f14YlzkJv2PZb/aX5j6Jny7cunEbPKj+dT0e1BfrqiC3l3zK3PbZ+Wo3PMDvpgpUJ0WQFaNqqT51T8+PBSJyr2nQiFAa/8nSjz0D1BLAwQUAAIACACqhEhU7nGRPH0DAADsDAAAIQAAAHVuaXZlcnNhbC9mbGFzaF9za2luX3NldHRpbmdzLnhtbJVXbU/bMBD+zq+ouu+UsdFRKVRaC5PQOkCj47vTXFsLx45sp6z79Tu/pLHbhIRWSPjueXyvvoNEvVI+2IFUVPCb4eVwejYYJKtSSuB6CXnBiIZBShTcZzfDH38Wi+HIQQQT8hm0pnyjjKSSDSgC01Jrwc9Xgmu855wLmRM2nH76YT/JyCK7WALd6stZkxXUZq4ur2e3vSjextfZt9v5pI2wEnlB+H4hNuI8JavXjRQlz4ydi6vLq69ttO2+AMkof+0MglGl7zXkkU9Xd+PP4y/9KIUEpcC4dD2ZXEzGnSxGUmCVpbuZ+fbk1KZ6xuRoO6qotrT5DL/zNlpBNnCU5Pn4oj0PWBi8PSJ8uTXf9wka/urOyLH59yA/dLkoyuIjPVJIsTEJPeJMzLeTwwTJ8PkhYWw/nQQTkDHU+UQUoxmWQcjMNsj7Qbfl0v8aDonEvG0p2JMpwtH0MB2SMphqWUIyqk5Op7bi7bHU+JhguiZMISAU1aAnjPCJlCqC1cIa+BveKM9ClJfUkBfByhzmzuMQGStqwnw+s6MlxB5kgY8Sdl7oYj0S1sgHzOwJMhDWyGdTsEfO9ifwY43jVC0xI76eQQG891EFUA2c4DHzV1enSmtMLcxLV4FtL6gwuchgaltrSXMwlUtGVuZ8Gp04lXCyoxuicTf9Mrh0b6NRyehI4butubcSTTWDppZbiVIqdAbVL3HwDRpHcctDfdcLWOsKHQvrqpiNETaDPZ91JrsyckicOw80LpSbYU7kK8ilEEwNB553M7T3uN18SjEzGzcqyHu+Fn1JXGjobUG4l9gXTrQmq22OPrVaOGTVFbe5hom321RcXuYpyDvsCQpVU8Yyh9vSzZbhj36h8AZZTGhROqbe4nWc0EPPBwLfBEDkalu9CHdwmrxkmjLYAfPaQGADbossUfgCmuI1DRa3ZSDp1ZN+DtWtEg3RSNFAeEG/mhlO0z3lNUmVjSyaKtWQr8dKNParUWm6NbTuBL6VoptR35RCLFaUT1Jq8ayJ1N5yffbBkx185zS3UwgV+tA0TRrHYUIUPi1WWTl8Iq9dMMvrcNkhwgZNG8XM2ullE8VqjgftEh/odC0BwiFrhWfBGvgJ+1QQmT0cINFeaFA7NsaIq9PObGVy+Yh/gSajQOrqE5Ylp5ya/1LmpdIip//sdXd+/fh0vIs5wwtRN/0PUEsDBBQAAgAIAKqESFRPoWEZaQUAABkZAAAmAAAAdW5pdmVyc2FsL2h0bWxfcHVibGlzaGluZ19zZXR0aW5ncy54bWzdWVtPG0cUfudXjLbKW+MlIVyCbCMKRlgxl+Jtlaiq0Ng72NOsd1e74xD6xEVtqIgSVIUmShtoU6kv7YNb2NaY2PkLs3+hv6RndtfGN9wlMqT0YQHPnMt3vjnnzFkTnXhY0NADYtnU0GPSjcighIieNVSq52LSJ8rM9TEJ2QzrKtYMncQk3ZDQRHwgahYzGrXzacIYiNoIzOj2uMliUp4xc1yWV1dXI9Q2LbFraEUG9u1I1ijIpkVsojNiyaaG1+AXWzOJLQUWQhiAp2DogVp8YAChqG9pzlCLGkFUBeQ6FUFhbZYVNEn2pTI4ez9nGUVdnTI0w0JWLhOTPhieGhkcGarL+JamaYHoghI7DotimY1jVaUCBNbS9EuC8oTm8oB29JaEVqnK8jFpaPCmMAPicqcZz7gfOhZmpgzgQGeB/QJhWMUM+x99h4w8ZHZ9wV9S13RcoFkFdpCIPyZNK8vpVHI6sTy/oCTSy7PKXMrHcA4lJXFXOYeSklRSifPIhzU/e28xsZRKzt9ZVhYWUkpy8VQLGG0hJCq3MhYFZo2ilSUNwqIsXyxkdEw1yNE2Gm3CIMs1bOWIYsxQOMUVrNlEQl+YJPdxEWuUrUExDEIx3CfEnLRNkmVL4thiErOKRDo15xsEYHCWjZwYvt3IidGxltBl3/tpWF1RRjFjOJuH5IE1D1pUbl6qi1FRRjjL6APITNIW5EpR09JF0zQsFhegPd/Niw0MZ5iJrhh6C3PiM8oYmtrgixQyRJ3HBTi/xRldQitwqBpQt2ASHaWxDmVNGdCZbWjYxYzNKPPKeSaQnrQo1hCULPQdgubSHfRm89iyW06xcZKimLLxz/hzXuJvuONu8govf+7z7O+drfOaO7zibribiFd5Cbkb/ASsHPMj7oSywL91d5D7Fa+B1zI8DuJ/8Br/C57fwWINPsGy+xjxt+46SG0AQpB11/0FByQdXgXFkvs1L/MyIKjv/An6Dj/kNeRFtSGEJkJhegV64F/AgkDKwiUCRyUA47jr7nYAScAVZj889QhhI/cR/PkG1oQw/HksQvPp4UegviUw8eMmriKhUD3jJ+7ThtkAXKluGCxVgYidFsPIo6A9FHcLJISZbcFwwGwAsx5T53Gia34rSs5PJ+5eu2TIPdjvD1KRhsJzPc+2wVx4NpB/wI7ItBqkgeNnclvKimUBXJhxIBW23CfuNxCg02TZ3Yn0M0Vhp+oFsQ5bFXHCIFAVoMT2JSVuWKxirwSma/zwP1BS562i3gFdfD29Qwn1H2CjjPysh2PxyqivVF1+sdVp9/rkETwnwi1gKIvlrmT3QBOc0ZEQq4BOFW6uUnh2zwi65LkR5V1qcyUu2E0B2n0s/In08X8A/08BRsXdCkfDT00WAxjV1lg7QPTD7+CNm0O3hkdGx26PR+S/13+53lMpmIoXNUz1+lg8debYHU6rbfj+F6UeI3iH7oxhFWAqJWqH0+6vFSHUk/NKYmlySkl+mlTudTHgsdc5DUZlMZp2n1S9eb1tUM28v0mV/8j3YFj9mX/Pf4MBdBeeXxE/4Pv8BeToS747HjKdxXT5FlL6yC9muED8vlKtNx6R3yFt7UOX2ANk3wGeVwBkL5Tec5D+AfReA+wXIS/TXU/rWcjOtQss7YVEA9IhMQDiUJL7/GUouYOW1to08bcN+O6TkG4PvYlHdOhHweEG5wrvE3ArBW8LV6L9hOoE79S5rkb36fqeTHu2H79hXVD3OYAsLcN1V7mw7LnCt8L7O5f/MdNdK8DudgOjNClQoXRJV3HfSG9lLZ2YS360kJq+UPpoOP6uRM72lz7/U+Nr4pbvhaNy12/gB2C99d8Z8YF/AFBLAwQUAAIACACqhEhUW4QpgJ0BAABjBgAAIQAAAHVuaXZlcnNhbC9odG1sX3NraW5fc2V0dGluZ3MuanNvbo2Uy27CMBBF93wFSrcVojxS0iWPSpVYVGp3VRdOMoQIx7ZsJ4Ui/r1xeDnOhGJv8NXhemacmX2nWy4v8rov3X31uzq/18+VBkbTMofHuk5b9MzonqJpDJ9pBjRl4DlIYZAVoQou+uGKYM4eq1zD3YfxVZahxy9mligwUSK+CgMLBPzBwC0m/p7/3bESOyZllTrMteasF3Gmgeke4zIjFeM9vFbLztGBeQHyH3RFIqiZjgeT6byVvDqOps/zWWBzEc8EYbslT3gvJNEmkTxn8cm1Px6MRza93gmQ5aNv2gKkqdJvGjL34vHCf/KH7aSQoBSc7p0EQT/wUZiSEKjlu5iafQOtGd+I90gXqUr1mZ5Nyz2zaUESaFZp5vfrqZUFLb1cbjg3u8lp2Oq2ZAQlO5D3WHGRizseUEiemIo00cBsFKWcxClLjpxfLZQzwRrbtk+ymhq9kMv4/HrNPBrFqLVZ5nTkcTxYfbdGejtrGzjYsHA0jXa7cm5dYoOCYiLDRI5cLG5Orlo02p095vzV/baHARpMdHfYzkg/dA5/UEsDBBQAAgAIAKqESFRhZcqvfAAAAH4AAAAcAAAAdW5pdmVyc2FsL2xvY2FsX3NldHRpbmdzLnhtbLOxr8jNUShLLSrOzM+zVTLUM1BSSM1Lzk/JzEu3VQoNcdO1UFIoLknMS0nMyc9LtVXKy1dSsLfjssnJT07MCU4tKQEqLFYoyEmsTC0KSc0FMkpS/RJzgSovzL+w78LuC3svdl/YqaCrcGHGhe0X9lzYemEvGO9T0rfjAgBQSwMEFAACAAgAq4RIVJZjkagjGwAA2EMAABcAAAB1bml2ZXJzYWwvdW5pdmVyc2FsLnBuZ+18fVTSd/83bavdc9vVtcq5a1fKVj9XYuqprdp8YtVaBStLRVKeas5VMnzA0ESB2i6vttxkWcjKTcskEwRKQ8QH2NaMqSXLBKaoVJokX4EUvyDPP6Sucq3rPud3fvf9O+e+j39wvofv6/Pwfr/eT5/P9+mrnTu2vOz3uh8EAnl529YP4iGQ5yQQyDP6/7XAe6Zv4p8C72FeTvyWjRBB99Ix75/n9m3YvgECucR80bl3vvf/C1lbk3MgkEUHZ37zhj6FHoJANpG2fbAh8RDeMPgNk+TIhx707P0lIv/SuengxoSb1dv84k+XbR2o3o58vaUk68uMM18dGL5M3tD7l+ovm575gPpK2f6Vxz5fvvNM2ZnNglWJn/gd2ZP8TvquY9z0ezkj2jYFzt2dY7l2yhz1NpHROHVjvE3VTzScoqlyFNYCVYWjpDzXoUfLqGY7INS2WvqJikKNmPZ3r6SQaD9eA9fNpdbRCxpG7Nf2xS6ufGnmPHMXmAxY6kbsdwJkr61/znvmsLyOyt8XrDa5jaarL8+0uRVygQ4Egn+7ennRzN+Kz/XioYlLTNoqga99zRk7P6/afwa6f3KlZOZ4aPIk1jdrPiLc1yU6OGDmGFdR+uJMlxVxHV7+fgydMObJdKMtMp1rvcnz49GMWOcN+HNYyen5axenr6s+NRHt695YoIvS5pt/Mrm2vtT8I4XXt/PtZddLvpoZ6rBBqnNBv7z96pner7c2pFaNPAOB7GlZkj6v+Z2otx50Rh559QzyMbT//y5kWQSfPMdwjmYybF3rCR67utLWiXYPXRd6vlmfQdfXwN2j6yrtfZUFjYWkBKlFJBx0cmTOPrGBaOth0x0kTTit/LK0Ag3of5ffTQvM5AvV95+FT1/JxDRasjW5HKlOZLLj1ZNpbW4FzY2uaCk01GSiVY00XExmGGBXvI4/P1uafLxjAm6rg6SkIf2Tede4y/aTGlTovyXd3R7Rnu7KlhFxpPLOCun1/n02UUTh7b5mPBlMZcEG0sv7G4OEpfrdZFStSMoGv+d01otkPS9erMebaUgBYbo9TiZpFWKC0a5raiu2R/FX/D//MG/Srqn1jOH1Q42t7HDeJ5EZDX7lKVq2kFfN3ZPSpc8e0/DTxmDn8WR+Gu8iN/5CEHq1CI8hMVZJuE6ufAzBFwlRHyrVUqllV5cpgawEUtpvR3aniOmfAmt/zjiQ+5HPvz5jP2MwT5Wu5JugQBSelJjmbSGwwyjKxDDgbk9/RoyxKzxMEr/hsmANb00tGwus7Z0cRqUA7/EuY9AokBR/iqKZpGJVw/2ZMYJnslk44g+lxeiwR74Vf+aHqVIYP6L2M72qGZ/I512xK3cdgBKTxZ3n6APNBI4S9rVqy+ts/FKlGmZUNbooYXK1WDCt3zzYryZlhEpUAP5uCgGtIsakALfTZjvNiratCKDL3JgMJJ3qhXPVyHOXmaI6RC2M1QmrsGe39FsOpamayTAWdixg2MqEqbKTJnq7GkTC/ty2xnpLOUJAxRG1QN5hPoWoodT1x2lNKQsjMKcDF/siTcN5P2oMunm8qJejqaYAAc3oG71inIaTxnsDoHag2ne+5x6qq48t2y3HKGp79ocJ19TKjOCu9mo/rghnOFcGrgEa7wI23o96jjJFHFRD2lPzB/OqWFvkTEgusXw4ooIAdQB3f+u37N6qrC8tixGORAowdlQqCg+W8lRCtfpFjrTOryatzQimpNNiBBRAIg4TygEbh51O7KNiFTy5a+1PO/5g07rQCoTn9z2sLQfKYTnpNFJLGZ85CqYR4UiC1O+iqA6axyKxT2JdAa3q4dQOVPDv1O1AanHbEowjhFeYIlvFaBtFIgV3m1wp0iDh8FK44FBhzP366r7Vu8jzIJCLOL/L7As9B1irkbJIXuKRy35VnCBhaCWCsD55884UdJEiciil0aLl3+HjdfZAnLyUV8dcoSLioJw6B9GV3RLv4NF6XS0nsfLKZILYGyfABc/S22mIWfaNQEEv8ao4A7moXSw4sby+k5Pmv46WnIfJfm78xKfyD3z5LzfkN2P1yOfyiFkeN7itYz6TMMuOL/7GmSU3BDcH/dchDe3+JqjUJrDSrdfz6GpHxpCrwgTZUdU9FikGlsbp6OxZJsnVugO1FPNEXOHkqNb9ImNiVC29rz5y4kJOc7chUn5Top09Dw43cfyZNVl/oZTU5MhmR3hUcMD35T6rJmw90phA/kkSMlMb3y36r0HDINSpJ7TY1HCwthxqOw63nIc6LkFb8l1gJVOzwheSO96c37/D6zY3ZVY0PM98g0mfGv0C6twzdYUxxbyqC3w0ektAiIR+OwAeeCWvlhfXk3NYxwtt4v7CzRlbXDmdowgSUlB0pRIrMsoZd1YMWVofcBJS/b6mbWsHuM99TWZZ9RmUjX7Xw1E4J8Wrng9PaFclfgwuGs/XnX4kdcHxUh4d/tvEMb6f1r/VUe93G4kr6lErTa/qu/T0+U7pdXvbB6LC+fZ+gQdfpaBbhE3Ur29Ou00e9z4oahydFaiUZHUosY90M25GCA76b4sxykL3z59ISeLsHhRuTOfDF9hg3BKFkAT7Vc1KTSOJjWo3d8k9R1FNXfeJSEJPs7HU4Msp32/0uzzoLVsofCBbrUwCOkthQu4Z/ebdni9Tcd+g7vamoNMHYUKVGchjgCRE4DnBCJfiF9794Yz6kOe9LmENk3CvIW43e/PQy0kvUAbOw4UqKDxdieRPOTkCC5emtHjbf+qS8seGjwEM50XEbc3KR6w7yrCuYzwBQYICeF/qAV5vSlc6zROTgkoC91RWyHpzKfPZ2ivtf1NWOuxv01cdYUduSXrF0lqKfkT/oHgEAV2ODVZSsei9IBNWBjuvMsOqraD/uEMecNOMDMMAespSxqmY73+CXdIrqLIqXndDZFw6rtZwPlQ6iwWEAMaCYaFdHPuhvfONYBNBhNLTCQTH7uCkGLEfj363c8KG9HDMoMi0uLvqGK/5YzIr+UTtvfgZh8/ym+EiRML9Vo/GhqEQYCl3Yx6uKF6jUqf+lQCk26gZhgK+MDSJO52iiBC1ZqIdPJA39XlDbShUXempdzvVkuxtNzgzMXJrSfwZgzGBHHPSb4QSrJ7KviK6bm78gtiAuIUiK11TDsljqXmrJIcDGo4JNH6Cqkd9T2KzMma7v+78fxOSmluG8mbifs0/U28d4OW0dE8cNObNKkwk608LadOjMVr3DwqBBdLNeUo++B/LcYPlGyzLtc/ff9WHxXVgggPeP+fTJcTb4LgvGmtG+KWhhdgXmvA+lStKgz6ZV/qokBe8/ev50PcOAw/MEZLPG3lmv0/V6GBE+Bs+g98/2YoiFzFDaTetrrPeTCjHOxLWw0FdLMXcwRjWttokcE/AkRUXurWRTKBQYI78wZT5sOPUG+XO29Dps+VquOtUOdyDrJy/o7obiJTdzGecnJ1uGfYaxlsLPrk1xjNH/WDdMptvHSz8XeGfe4S89qzueLfj3KwlSSPy7GvvMg8OQf+Qm/3a78Y5eYxjJ5CmKN2JP/VoSnxh8pvMwi9OUIe/WX/H0W2rNrtXzqrFhviV4QhBTgIZ95SRN3dQMhAC4M9yNK2UdG/voMT0PCn1koBgtTfTC7ZEmpg949/58sPv4fP7w4vuVI1Erg9Wg1t1rl2zyxZnJ/Yk1uuhzUFjrfDZy4uWJceKS4GBk1j18icoY2/M3kX+obwUoM4pM6fMnDJPUaayzRZa6SCul031yezjdJqL5bkvZHSti7hiHD7/VG1aMjtQ86+jPWwZI3u1WcuwMVpt/fBpraydMUFw85tcOzzKTPf69Z6bHier3HMP7gbLI1ximXmc3m88a4jNeKr0YsdJLKrTSfBY1Znu297VT4PjQPk52OUSTdKlBHs9muNXA1JVSlTUePS/H8Az9ndCoWWtP1osqR7h8n5W1cMYSWMJ6AJlDtBEpOG2NVY0CPx4oWfTByN3xETgQpIUtaFdJVakQWyhaPzTRbLID3HtKiutNZ4UJlTHawRqFcFqLsFYb8aaQp9qdU2xc4cAhg/ijnA38gR/wRSpYEWqXMb9OHdHw13vTqqnJkhtVjVT6YPcd/QOU3qL24l/A/Wmb7Y6KNE/iVOGXo3uAhq9B7G0pj8v2UEdygbcVBet0sp6qm8YLp3EAqkFRFzEkfT8iH8g/DdSOAlaQWJyUtHuQZPDZM/pcVF3DJoUIagPOHc5GUBnQ3Ogmt0S5N2d8dozNDrc0920YFUwmsa/w23EqOQ2e25XP6E2nhck1Ak/vmBqEFzmCuUf12mFJO++1TSdgiSxy9j4jXwHiqr0PwC21uM38VtGmkR0XFijxbbs6b4bc76U5ynhCjLFdR9fYG/mHOPAGvXARD6FgftGVNFgtIZ26Il2aXoL6Pi1eZi4uygxkOeBLjaRB+xD+gKsAucofOXpjhxU77V3iQqVuEVOQrIiebdqdQJyegwevVq5jobzfx9sMlrv7K+lAJ0XRJ54YRgLi3oL3FhbkVPIT4thtAk4nRL69yjvpr2fHiZ0sIPEjQZ4l0gR8PToNHjX4LA87kcpTN6ZZNlC4F4TqXZRTcB7FFYi6/2uFHFnlajVKKQp1e7v6yvQBMckFe+fCH5PUf5OpUeI9PlydXMvMdm7cT7Zb4LdQvB5QlGdSmgAXmMvFZfs2jxIxYsb2/5NyoiIJxviOXHbgO57jSbfohjiwc5KKPItvnNfPKKmYmMHCjqMgW4Ycf8bqxSVFh+dy6lzyswp8/+8MrWlxWaqYYXns0Lte5VPCD4IVLo/eunqjzfRurwnxDDGeaYUv2S9FE2j0GueIMJ9f6HzW57k1j/0rYInNyWGG1DbbYZtdHElNWZB2q2xWrOkGzgoXTGrSdj7s68nPXPwvw0Zgt1FmQUBK9hDeYKEWYwVfAXbIJ34JjMrPrN14sNCreQPl1GDfWRWzb4oFXF2hvmA2VvKghd8Zro3mxukz6abZ8uD3zjjAOF/vNfh85Ybswln75xxreLwWWy2/cNnuoNzos2J9n9cNI2oDCt0TVcWalzQ6Z+gdI2dfbZkYjncLtcWOhPgrgkxn/HSk9MZBMFo/7UyS1HEQOEYUua6pnV+oz2Eyc4pB78neP6eOVBoNMsmr5V8PLaOYOvUtth6Fe6BhqpaI2EypvUC7KbbwpY5x7+jjEdm9BtRiCd09i3rE5VqGElP98cd0Aj8vAsnfT4oCkJPsBoHz+IdMA03C6FpfYlSRxkIbO/H/UmpYjo22z/pAE6MEIBNnRVgq52a2MV7zo5k2BoyyzbK7hdX0s027xLyFRbiXLOsjE0fh6ntcn+ii1Sk6Y/jCzdmBp4r0RJM/QTWIREtjCd0rRWaiLXki8II4JiYjBVvetIqbfs7UJuvcdBk1F5UWkIyFFNHIfapZW5wvUk9mcJw7t5LsIqENMN1A/pSLxOdjouRNeKgTGwXQGcliLTuAUGZVd1WJuzhlfGZb6gmUWTlsL2vNxs9L0mrpdINDSUt9AVd1ECRsynj6JOGnbliLEjXF92obuStuSBN6ksgOJSJHPb7HL8qOiUporeEk1Tbc8EiOcaTCvxqYWV6OuM64M4mcCwnytgp+Lt9zQyN4owQoyX47wXtKtR+mgNsZs04Z1bxv6xShkXF8kNre+znUl+5LCDrNUuRguFh/IecRfsDz2WKpwzqXNQafs94E22bI1kVW2IlVoKHxuDnQFfdz/wyq+lskLq5uVIqC/yTO8UGo3FfJaLTBu/mfQgu25+Pr0Wh1/KZr5XhEZxFF/AJOBpqPnbQBOiHi1wIQT+adBP+8+/iCJDKdCTbiTgtJrClzMpT2K04wK7cK2plLATblADX4eOoafNDp8AhBagsUJuASs9nRYn9CW3jIaAz9dLBVRLud5Fl7xM9olb2HjlzpYqILdpFSgCSbInyMJcoiNAVr8A4kvXZWqlRaCL5J1MYLDwNR2rBbwkjaLUTYOiMMrdefRh3eWES7mvcqtELiNMwUgl0A9buWXuxVz6ZtEHUO+luUqEvebctgl9gKAhI8Y6E5BiFFE4ACmBfFcqJyYzWXro9W2W9wUR1qYYju/ulZWoiHkhP9gSl22D9SfNUqDFl8U9/5nAzfcLJm+IKDlKTS9CXWHa3L7Vkffuv1EJd+uDE2YfmrEkhK+VOu6n3zt7qJ8MnIUxy6L25zDwn2v+fonFH7rQOgcZMpilKHTKr8fzZcqQcDp+D5qA5aA6ag+agOWgOmoPmoDloDpqD5qA5aA6ag+agOWgO+h+GDt8ssDoY90cL8A5l+UJnX8RQ4b0TsnzzDYKTkD8/1mlmWPsKdg45IlzYQmE42G1tNY22eFgM3XUXZ3hisq6yoO15EF9tvZc/a4Z3Rabp3+N++babhy5KpSoqahBdsGs9sX3CoWJqXE/B2m2PX9q71XvyTaaGJrhH9cS5V2QTWiPBimpreunjG/A/HqA5jjLeWUAOYtp/xVBNbx2At1LH2k5XP37+Oislljs9PahbXvxHTILuQMl236cxxiOiHWi2ydWn/epZY3g6VCTs19EYB96EQJZKSoGJnGB1/uNJR7qD1S1DjuNse8HL6VrK1wc/g0CaXgxWD9eMRDKn8NsfKjogGeF6QPLr+xfWlhwveRkCyTs7QnWexOqOD/G2PXhS/EQUGxvlNr3zvxsDcWU8bat8AeRwy05yDB0hMG81Kf/jgX06vjiJFQ/SbcUEpoawLPDvEIhxYwc4HSLpXt6GPvHwXccI/gj1+Oe86tRnIT/iog92gHluMXx6VJubWTEYp8lajxDE5Dr7tj8eFBkikd7XeOIGjOE9l+ZBboUH1Y/YB7T2q+s9jQU5ZqbnVuWg8yuGFfqLodTjZEy79rX/PAH9nDGp9cArwmT8g9NCTzecmuNa6JpUS9NoYTyaSitrYQBwR1tmX2N0JqOL2rYlwr6wryMVJtE7kNo8V3SPhe2MdhQU9jIqFI5TWlAUqKxU23NaMkDdeyTrssc+MRmPELxesfbazUY2wsfKoQulPHeGJlPM2iquXVOVIWe85D4V4axUlKn5EREoxJTm0h6uztJTpe3RyivFMmOjK4jg2XToo2A1w6r0WMu1Y5pM0B0obpvSJXdltoCVOvvb5FY+SU9s5qhzy+05msyI030ls0Q4E4x2Ia82Kxmv1TACqRU+2xUfhUncbpOLoXVijNcblv0H6W1JXIdIsBSj2C7nyxhsWEQ6AQSt7ttwWqNrYjd7XNirva3mW5JVVsaAziePPRbYh9JaO9fXbm2e0kk6a/sz7PkCV+9qdW4abnWTJUFhAEwpieAyoYXVKBE+dpPo3R0i990qD3Lzy9cdr+LGfodAsgIW7iLzyWczrK6jA6g9S5FVsBCVlxBenb5dCYt+C9gtZ57DNcsoojjDvrAWAwj/hzyeDJIzwzAmmid5Fdsdjd6lYuSO6WytlRNTKcYqqYLOGSLJW2a5Z/TWDkrrO2L32rML9klMwRcfTByRQgYXcTPAd0nWaN6PF4Qo2CoepBajlbr/ghPbHQdjBNqWRHFqNkpvuiN3BXou2cIdGMc9GTCWP/9a8aFVXiLkdjolgSajRL2KzLPlCypxrL3yNJdOUqZUg/SyYRYWdcHLpe1t206GgDnLMm8Eo+O/8Ejno7c98I0bpTw/JqVFIV/CRu35SCx1wbZzs7hyQM+dmqiXmlCHlwpXNne57f4IYjIsLagThxTktVmXZ8MjYKwC0KXiSz1SA45eASh2RpT2KMyN8OVAPiBammmlxeGvyl+96Xg0dQ9CMFLaxWM/8IaAMInKhONicKIctkyR66MBsYq320sD3X876oM6ktow/boeWgZQVOt4hbUYz/M6pFUs2MnFyBatYq1ZeFcQrN7kqhCdozIAVVcbmMM1yTIL2NZ9g/b6KTO2S6/4wB/TRYWqVnO/1QMm8776igaptpkT+ptxeRvhX8Gv8QaLau1WJjpvMFeEjlwHgQy0b1qybGF2excpeBdrCdBYBlaFDFagt9ZV8fB5MdIud4kCF5TQgeqh439pXkSkObOS2+MjJMZJM1YTZI1iYcWur28SJUIKJXmwxAQWz8pGZaU8j7wlAAeC795/SMPRlZKgOwEUbdKe6lIiblAUS22aukuDbuGdxKT9irOIpQoqjpicj59nXha0qUNE/1RuEgap+QE+q/fc3/0Rp1Jnpl8VtWbIaYPK/rhBvcuIHm+78NgFP2vxzkoIIH6nGgahNy7THupIu0zCjTVkAFBSBAVz5DhCAOaNJObWYQJlKvTZeAfe7h8JHKtCWtCaobu5A4riQ8pgNS4DpOMmzXV1CSZ5f2OnQIqzmy+WBWYSy+2nM8BWEVOXjC7jYzz7RzfN0lql7VAWC+hIzfkHGXbElJmC1vfyO6tbsPNOIL4hr5JQT5Udu0xp38V6S+wabD7GQnGxzTJ8CY4cZdRtjuZ4mTmFEiMZFWOKTt5KiX7tlBrFqLiZG7HscRbHIAWl/8zpD/cl+TtvIgWwF/SdtZQo/A9mbuIu1aBueJ+8PkzySbnj0MxD0owDtGTxgXLB0Bf9lh5D3r35ONd7UkXlCd02k3Lk+huO46ZnD3UlhEj0hChVcIurrHH7g3j5tRS4Fh5yMbxvNLZ7NxnH8/I8BJNATtfsJA8mZSnDSJUPC1nz16XIDvCv3tDz1tcbCSslRtij+tOmLy0+emKI14EJRk83Lcpqyy3DQt022d+f79/ETX1QiLx+AX9QVHu+WPV+6YOiam218LLPxFRHfuizYpG38iaQf9hCFb6VuaDvYPDzvpFMVNMWvF6JFZme0oyFhVzvLuW1Olzw6XH4hwcutn3Zv88QFbjYKxriUWlcHBzwV0O4ZOY1qsc1tfr5vunjwXuE9B2xix7ewP0+yfX610uu5kcbzY5DMus+xgpjMbpm6MQMK54jC9t3vrgz/cOHzzNkpfsdlxuiPL/Khx3r+ibgV+5kGBOSpI5Bk8T221H461fCsgbT1z367sGtXulwKvyVTe8Jh47G2sonYgoq2K6ZTvgRRpDFm4SA0Weh9qHXyEeAxLfPfrrp9N8UM6+L3Zri3iNvVg/Ho92t5hhTsUkdjFd5XipumYAvfDZo8dO+2wD58UTNzE1xyK2OhJl715D7I23DqVDHbuw8X+MNIMZ0yAWqhxG+b0H4cbVUOVpmVzY9/nxEtlmRWWm7tu/OAt9nI75DCVHifcHowViPTSF/eWaYW6u5scTBoVUSvQUjAzHrhW2WlELfANELlAQUE1QZRkc9z0cxoTAeUv3FDLBt844PBBv3fP6fUEsDBBQAAgAIAKuESFQq1nHQSgAAAGoAAAAbAAAAdW5pdmVyc2FsL3VuaXZlcnNhbC5wbmcueG1ss7GvyM1RKEstKs7Mz7NVMtQzULK34+WyKShKLctMLVeoAIoZ6RlAgJJCJSq3PDOlJMNWydLAHCGWkZqZnlFiq2RmYQAX1AcaCQBQSwECAAAUAAIACAAhdzFU7gPNTEkDAADjCQAAFAAAAAAAAAABAAAAAAAAAAAAdW5pdmVyc2FsL3BsYXllci54bWxQSwECAAAUAAIACACqhEhUz9JO9W0IAACmIAAAHQAAAAAAAAABAAAAAAB7AwAAdW5pdmVyc2FsL2NvbW1vbl9tZXNzYWdlcy5sbmdQSwECAAAUAAIACACqhEhUtrL3yKUAAACCAQAALgAAAAAAAAABAAAAAAAjDAAAdW5pdmVyc2FsL3BsYXliYWNrX2FuZF9uYXZpZ2F0aW9uX3NldHRpbmdzLnhtbFBLAQIAABQAAgAIAKqESFRO4DYYbgUAAI8ZAAAnAAAAAAAAAAEAAAAAABQNAAB1bml2ZXJzYWwvZmxhc2hfcHVibGlzaGluZ19zZXR0aW5ncy54bWxQSwECAAAUAAIACACqhEhU7nGRPH0DAADsDAAAIQAAAAAAAAABAAAAAADHEgAAdW5pdmVyc2FsL2ZsYXNoX3NraW5fc2V0dGluZ3MueG1sUEsBAgAAFAACAAgAqoRIVE+hYRlpBQAAGRkAACYAAAAAAAAAAQAAAAAAgxYAAHVuaXZlcnNhbC9odG1sX3B1Ymxpc2hpbmdfc2V0dGluZ3MueG1sUEsBAgAAFAACAAgAqoRIVFuEKYCdAQAAYwYAACEAAAAAAAAAAQAAAAAAMBwAAHVuaXZlcnNhbC9odG1sX3NraW5fc2V0dGluZ3MuanNvblBLAQIAABQAAgAIAKqESFRhZcqvfAAAAH4AAAAcAAAAAAAAAAEAAAAAAAweAAB1bml2ZXJzYWwvbG9jYWxfc2V0dGluZ3MueG1sUEsBAgAAFAACAAgAq4RIVJZjkagjGwAA2EMAABcAAAAAAAAAAAAAAAAAwh4AAHVuaXZlcnNhbC91bml2ZXJzYWwucG5nUEsBAgAAFAACAAgAq4RIVCrWcdBKAAAAagAAABsAAAAAAAAAAQAAAAAAGjoAAHVuaXZlcnNhbC91bml2ZXJzYWwucG5nLnhtbFBLBQYAAAAACgAKAAgDAACdOgAAAAA="/>
  <p:tag name="ISPRING_OUTPUT_FOLDER" val="[[&quot;\uFFFD \uFFFD&lt;{3BF8162D-F015-40DD-8BD7-ABC0F44DE680}&quot;,&quot;D:\\Diploma\\ispring&quot;]]"/>
  <p:tag name="ISPRING_ULTRA_SCORM_SLIDE_COUNT" val="7"/>
  <p:tag name="ISPRING_SCORM_RATE_QUIZZES" val="1"/>
  <p:tag name="ISPRING_SCORM_PASSING_SCORE" val="80.000000"/>
  <p:tag name="ISPRING_ULTRA_SCORM_COURCE_TITLE" val="Электронное пособие v.3.0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universal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SCALE&quot;},&quot;accessibilitySettings&quot;:{&quot;enabled&quot;:&quot;T_FALSE&quot;,&quot;language&quot;:&quot;RU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0&quot;}}"/>
  <p:tag name="ISPRING_PRESENTATION_TITLE" val="Электронное пособие v.3.0"/>
  <p:tag name="ISPRING_RESOURCE_FOLDER" val="D:\Diploma\прототипы\ispring\Структура пособия\"/>
  <p:tag name="ISPRING_PRESENTATION_PATH" val="D:\Diploma\прототипы\ispring\Структура пособия.pptx"/>
  <p:tag name="ISPRING_SCREEN_RECS_UPDATED" val="D:\Diploma\прототипы\ispring\Структура пособия\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GENSWF_SLIDE_UID" val="{CEBB2496-B50B-4E99-B9D2-16A9E2E144FB}:258"/>
  <p:tag name="ISPRING_SLIDE_BRANCHING_PROPERTIES" val="&lt;BranchingProperties&gt;&lt;nextAction&gt;&lt;action&gt;2&lt;/action&gt;&lt;slide&gt;256&lt;/slide&gt;&lt;/nextAction&gt;&lt;prevAction&gt;&lt;action&gt;1&lt;/action&gt;&lt;/prevAction&gt;&lt;lock&gt;0&lt;/lock&gt;&lt;/BranchingProperties&gt;&#10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GENSWF_SLIDE_UID" val="{82D1FF30-0EA6-48C6-813B-7CDF27CDA1EA}:256"/>
  <p:tag name="ISPRING_SLIDE_INDENT_LEVEL" val="0"/>
  <p:tag name="ISPRING_CUSTOM_TIMING_USED" val="0"/>
  <p:tag name="ISPRING_SLIDE_BRANCHING_PROPERTIES" val="&lt;BranchingProperties&gt;&lt;nextAction&gt;&lt;action&gt;2&lt;/action&gt;&lt;slide&gt;260&lt;/slide&gt;&lt;/nextAction&gt;&lt;prevAction&gt;&lt;action&gt;2&lt;/action&gt;&lt;slide&gt;258&lt;/slide&gt;&lt;/prevAction&gt;&lt;lock&gt;0&lt;/lock&gt;&lt;/BranchingProperties&gt;&#10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SLIDE_INDENT_LEVEL" val="1"/>
  <p:tag name="ISPRING_CUSTOM_TIMING_USED" val="0"/>
  <p:tag name="GENSWF_SLIDE_UID" val="{F51CA3B5-AC45-4006-BD5F-F78507C07F21}:260"/>
  <p:tag name="ISPRING_SLIDE_BRANCHING_PROPERTIES" val="&lt;BranchingProperties&gt;&lt;nextAction&gt;&lt;action&gt;2&lt;/action&gt;&lt;slide&gt;265&lt;/slide&gt;&lt;/nextAction&gt;&lt;prevAction&gt;&lt;action&gt;2&lt;/action&gt;&lt;slide&gt;256&lt;/slide&gt;&lt;/prevAction&gt;&lt;lock&gt;0&lt;/lock&gt;&lt;/BranchingProperties&gt;&#10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GENSWF_SLIDE_UID" val="{0DAB6BB1-6D08-4873-BE44-CE40F412B00B}:265"/>
  <p:tag name="ISPRING_CUSTOM_TIMING_USED" val="0"/>
  <p:tag name="ISPRING_SLIDE_INDENT_LEVEL" val="2"/>
  <p:tag name="ISPRING_SLIDE_BRANCHING_PROPERTIES" val="&lt;BranchingProperties&gt;&lt;nextAction&gt;&lt;action&gt;2&lt;/action&gt;&lt;slide&gt;267&lt;/slide&gt;&lt;/nextAction&gt;&lt;prevAction&gt;&lt;action&gt;2&lt;/action&gt;&lt;slide&gt;256&lt;/slide&gt;&lt;/prevAction&gt;&lt;lock&gt;0&lt;/lock&gt;&lt;/BranchingProperties&gt;&#10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GENSWF_SLIDE_UID" val="{72FD3E90-E130-4991-B280-9CD5622EE19D}:267"/>
  <p:tag name="ISPRING_CUSTOM_TIMING_USED" val="0"/>
  <p:tag name="ISPRING_SLIDE_INDENT_LEVEL" val="3"/>
  <p:tag name="ISPRING_SLIDE_BRANCHING_PROPERTIES" val="&lt;BranchingProperties&gt;&lt;nextAction&gt;&lt;action&gt;2&lt;/action&gt;&lt;slide&gt;268&lt;/slide&gt;&lt;/nextAction&gt;&lt;prevAction&gt;&lt;action&gt;2&lt;/action&gt;&lt;slide&gt;265&lt;/slide&gt;&lt;/prevAction&gt;&lt;lock&gt;0&lt;/lock&gt;&lt;/BranchingProperties&gt;&#10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GENSWF_SLIDE_UID" val="{FBFA7522-D56C-458B-B0C1-09FE5B55D51F}:268"/>
  <p:tag name="ISPRING_CUSTOM_TIMING_USED" val="0"/>
  <p:tag name="ISPRING_SLIDE_INDENT_LEVEL" val="3"/>
  <p:tag name="ISPRING_SLIDE_BRANCHING_PROPERTIES" val="&lt;BranchingProperties&gt;&lt;nextAction&gt;&lt;action&gt;2&lt;/action&gt;&lt;slide&gt;270&lt;/slide&gt;&lt;/nextAction&gt;&lt;prevAction&gt;&lt;action&gt;2&lt;/action&gt;&lt;slide&gt;267&lt;/slide&gt;&lt;/prevAction&gt;&lt;lock&gt;0&lt;/lock&gt;&lt;/BranchingProperties&gt;&#10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GENSWF_SLIDE_UID" val="{F9A6D8C1-B09F-4B1A-9E75-F06063908716}:269"/>
  <p:tag name="ISPRING_SLIDE_INDENT_LEVEL" val="4"/>
  <p:tag name="ISPRING_SLIDE_BRANCHING_PROPERTIES" val="&lt;BranchingProperties&gt;&lt;nextAction&gt;&lt;action&gt;2&lt;/action&gt;&lt;slide&gt;272&lt;/slide&gt;&lt;/nextAction&gt;&lt;prevAction&gt;&lt;action&gt;2&lt;/action&gt;&lt;slide&gt;267&lt;/slide&gt;&lt;/prevAction&gt;&lt;lock&gt;0&lt;/lock&gt;&lt;/BranchingProperties&gt;&#10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SLIDE_INDENT_LEVEL" val="4"/>
  <p:tag name="GENSWF_SLIDE_UID" val="{415FA8F7-FB9B-477D-8DA5-8FBCAE17E5C6}:272"/>
  <p:tag name="ISPRING_SLIDE_BRANCHING_PROPERTIES" val="&lt;BranchingProperties&gt;&lt;nextAction&gt;&lt;action&gt;2&lt;/action&gt;&lt;slide&gt;273&lt;/slide&gt;&lt;/nextAction&gt;&lt;prevAction&gt;&lt;action&gt;2&lt;/action&gt;&lt;slide&gt;269&lt;/slide&gt;&lt;/prevAction&gt;&lt;lock&gt;0&lt;/lock&gt;&lt;/BranchingProperties&gt;&#10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SLIDE_INDENT_LEVEL" val="4"/>
  <p:tag name="GENSWF_SLIDE_UID" val="{3546FB66-B601-42F2-BE8B-669806DDF5F0}:273"/>
  <p:tag name="ISPRING_SLIDE_BRANCHING_PROPERTIES" val="&lt;BranchingProperties&gt;&lt;nextAction&gt;&lt;action&gt;2&lt;/action&gt;&lt;slide&gt;274&lt;/slide&gt;&lt;/nextAction&gt;&lt;prevAction&gt;&lt;action&gt;2&lt;/action&gt;&lt;slide&gt;272&lt;/slide&gt;&lt;/prevAction&gt;&lt;lock&gt;0&lt;/lock&gt;&lt;/BranchingProperties&gt;&#10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SLIDE_INDENT_LEVEL" val="4"/>
  <p:tag name="GENSWF_SLIDE_UID" val="{4173212D-7DC1-47F3-8895-B7E53D41CA06}:274"/>
  <p:tag name="ISPRING_SLIDE_BRANCHING_PROPERTIES" val="&lt;BranchingProperties&gt;&lt;nextAction&gt;&lt;action&gt;2&lt;/action&gt;&lt;slide&gt;275&lt;/slide&gt;&lt;/nextAction&gt;&lt;prevAction&gt;&lt;action&gt;2&lt;/action&gt;&lt;slide&gt;273&lt;/slide&gt;&lt;/prevAction&gt;&lt;lock&gt;0&lt;/lock&gt;&lt;/BranchingProperties&gt;&#10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SLIDE_INDENT_LEVEL" val="4"/>
  <p:tag name="GENSWF_SLIDE_UID" val="{F30FA9F0-0164-4082-98BE-2080F3360674}:275"/>
  <p:tag name="ISPRING_SLIDE_BRANCHING_PROPERTIES" val="&lt;BranchingProperties&gt;&lt;nextAction&gt;&lt;action&gt;2&lt;/action&gt;&lt;slide&gt;276&lt;/slide&gt;&lt;/nextAction&gt;&lt;prevAction&gt;&lt;action&gt;2&lt;/action&gt;&lt;slide&gt;274&lt;/slide&gt;&lt;/prevAction&gt;&lt;lock&gt;0&lt;/lock&gt;&lt;/BranchingProperties&gt;&#10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SLIDE_INDENT_LEVEL" val="4"/>
  <p:tag name="GENSWF_SLIDE_UID" val="{A59BDC81-F9B5-4F39-B8C9-F79FF7AE0242}:276"/>
  <p:tag name="ISPRING_SLIDE_BRANCHING_PROPERTIES" val="&lt;BranchingProperties&gt;&lt;nextAction&gt;&lt;action&gt;2&lt;/action&gt;&lt;slide&gt;277&lt;/slide&gt;&lt;/nextAction&gt;&lt;prevAction&gt;&lt;action&gt;2&lt;/action&gt;&lt;slide&gt;275&lt;/slide&gt;&lt;/prevAction&gt;&lt;lock&gt;0&lt;/lock&gt;&lt;/BranchingProperties&gt;&#10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SLIDE_INDENT_LEVEL" val="4"/>
  <p:tag name="GENSWF_SLIDE_UID" val="{989AE98E-931B-4790-AC04-7C108F8B22A1}:277"/>
  <p:tag name="ISPRING_SLIDE_BRANCHING_PROPERTIES" val="&lt;BranchingProperties&gt;&lt;nextAction&gt;&lt;action&gt;2&lt;/action&gt;&lt;slide&gt;278&lt;/slide&gt;&lt;/nextAction&gt;&lt;prevAction&gt;&lt;action&gt;2&lt;/action&gt;&lt;slide&gt;276&lt;/slide&gt;&lt;/prevAction&gt;&lt;lock&gt;0&lt;/lock&gt;&lt;/BranchingProperties&gt;&#10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SLIDE_INDENT_LEVEL" val="4"/>
  <p:tag name="GENSWF_SLIDE_UID" val="{3B192073-82B7-4E50-BEA5-B4BA5F1C651E}:278"/>
  <p:tag name="ISPRING_SLIDE_BRANCHING_PROPERTIES" val="&lt;BranchingProperties&gt;&lt;nextAction&gt;&lt;action&gt;2&lt;/action&gt;&lt;slide&gt;279&lt;/slide&gt;&lt;/nextAction&gt;&lt;prevAction&gt;&lt;action&gt;2&lt;/action&gt;&lt;slide&gt;277&lt;/slide&gt;&lt;/prevAction&gt;&lt;lock&gt;0&lt;/lock&gt;&lt;/BranchingProperties&gt;&#10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SLIDE_INDENT_LEVEL" val="4"/>
  <p:tag name="GENSWF_SLIDE_UID" val="{0109652B-54F2-4881-8A2F-72D01F48E9EB}:279"/>
  <p:tag name="ISPRING_SLIDE_BRANCHING_PROPERTIES" val="&lt;BranchingProperties&gt;&lt;nextAction&gt;&lt;action&gt;2&lt;/action&gt;&lt;slide&gt;280&lt;/slide&gt;&lt;/nextAction&gt;&lt;prevAction&gt;&lt;action&gt;2&lt;/action&gt;&lt;slide&gt;278&lt;/slide&gt;&lt;/prevAction&gt;&lt;lock&gt;0&lt;/lock&gt;&lt;/BranchingProperties&gt;&#10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SLIDE_INDENT_LEVEL" val="4"/>
  <p:tag name="GENSWF_SLIDE_UID" val="{F45A1E5F-8127-4F6A-9BD1-380F222C5593}:280"/>
  <p:tag name="ISPRING_SLIDE_BRANCHING_PROPERTIES" val="&lt;BranchingProperties&gt;&lt;nextAction&gt;&lt;action&gt;2&lt;/action&gt;&lt;slide&gt;268&lt;/slide&gt;&lt;/nextAction&gt;&lt;prevAction&gt;&lt;action&gt;2&lt;/action&gt;&lt;slide&gt;279&lt;/slide&gt;&lt;/prevAction&gt;&lt;lock&gt;0&lt;/lock&gt;&lt;/BranchingProperties&gt;&#10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SLIDE_INDENT_LEVEL" val="4"/>
  <p:tag name="GENSWF_SLIDE_UID" val="{962C1875-0A4A-4873-9229-57B41CC78049}:284"/>
  <p:tag name="ISPRING_SLIDE_BRANCHING_PROPERTIES" val="&lt;BranchingProperties&gt;&lt;nextAction&gt;&lt;action&gt;2&lt;/action&gt;&lt;slide&gt;285&lt;/slide&gt;&lt;/nextAction&gt;&lt;prevAction&gt;&lt;action&gt;2&lt;/action&gt;&lt;slide&gt;268&lt;/slide&gt;&lt;/prevAction&gt;&lt;lock&gt;0&lt;/lock&gt;&lt;/BranchingProperties&gt;&#10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SLIDE_INDENT_LEVEL" val="4"/>
  <p:tag name="GENSWF_SLIDE_UID" val="{B0A8B70C-8449-469A-9626-02C20A0BF0D8}:285"/>
  <p:tag name="ISPRING_SLIDE_BRANCHING_PROPERTIES" val="&lt;BranchingProperties&gt;&lt;nextAction&gt;&lt;action&gt;2&lt;/action&gt;&lt;slide&gt;286&lt;/slide&gt;&lt;/nextAction&gt;&lt;prevAction&gt;&lt;action&gt;2&lt;/action&gt;&lt;slide&gt;284&lt;/slide&gt;&lt;/prevAction&gt;&lt;lock&gt;0&lt;/lock&gt;&lt;/BranchingProperties&gt;&#10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SLIDE_INDENT_LEVEL" val="4"/>
  <p:tag name="GENSWF_SLIDE_UID" val="{FC79FD5E-D932-4995-8DF9-C3FA8C6FB3F2}:286"/>
  <p:tag name="ISPRING_SLIDE_BRANCHING_PROPERTIES" val="&lt;BranchingProperties&gt;&lt;nextAction&gt;&lt;action&gt;2&lt;/action&gt;&lt;slide&gt;287&lt;/slide&gt;&lt;/nextAction&gt;&lt;prevAction&gt;&lt;action&gt;2&lt;/action&gt;&lt;slide&gt;285&lt;/slide&gt;&lt;/prevAction&gt;&lt;lock&gt;0&lt;/lock&gt;&lt;/BranchingProperties&gt;&#10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SLIDE_INDENT_LEVEL" val="4"/>
  <p:tag name="GENSWF_SLIDE_UID" val="{26F29131-9271-438E-AC21-D1EB9039279D}:287"/>
  <p:tag name="ISPRING_SLIDE_BRANCHING_PROPERTIES" val="&lt;BranchingProperties&gt;&lt;nextAction&gt;&lt;action&gt;2&lt;/action&gt;&lt;slide&gt;288&lt;/slide&gt;&lt;/nextAction&gt;&lt;prevAction&gt;&lt;action&gt;2&lt;/action&gt;&lt;slide&gt;286&lt;/slide&gt;&lt;/prevAction&gt;&lt;lock&gt;0&lt;/lock&gt;&lt;/BranchingProperties&gt;&#10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SLIDE_INDENT_LEVEL" val="4"/>
  <p:tag name="GENSWF_SLIDE_UID" val="{59B9AFD6-D0C2-420B-BF55-2F3E9A374D6D}:288"/>
  <p:tag name="ISPRING_SLIDE_BRANCHING_PROPERTIES" val="&lt;BranchingProperties&gt;&lt;nextAction&gt;&lt;action&gt;2&lt;/action&gt;&lt;slide&gt;289&lt;/slide&gt;&lt;/nextAction&gt;&lt;prevAction&gt;&lt;action&gt;2&lt;/action&gt;&lt;slide&gt;287&lt;/slide&gt;&lt;/prevAction&gt;&lt;lock&gt;0&lt;/lock&gt;&lt;/BranchingProperties&gt;&#10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SLIDE_INDENT_LEVEL" val="4"/>
  <p:tag name="GENSWF_SLIDE_UID" val="{3F2870DE-984B-4ABD-A465-B64C7C4B05E4}:289"/>
  <p:tag name="ISPRING_SLIDE_BRANCHING_PROPERTIES" val="&lt;BranchingProperties&gt;&lt;nextAction&gt;&lt;action&gt;2&lt;/action&gt;&lt;slide&gt;292&lt;/slide&gt;&lt;/nextAction&gt;&lt;prevAction&gt;&lt;action&gt;2&lt;/action&gt;&lt;slide&gt;288&lt;/slide&gt;&lt;/prevAction&gt;&lt;lock&gt;0&lt;/lock&gt;&lt;/BranchingProperties&gt;&#10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SLIDE_INDENT_LEVEL" val="4"/>
  <p:tag name="GENSWF_SLIDE_UID" val="{061C87F4-B522-40F0-AEEB-E47F541C538B}:292"/>
  <p:tag name="ISPRING_SLIDE_BRANCHING_PROPERTIES" val="&lt;BranchingProperties&gt;&lt;nextAction&gt;&lt;action&gt;2&lt;/action&gt;&lt;slide&gt;290&lt;/slide&gt;&lt;/nextAction&gt;&lt;prevAction&gt;&lt;action&gt;2&lt;/action&gt;&lt;slide&gt;289&lt;/slide&gt;&lt;/prevAction&gt;&lt;lock&gt;0&lt;/lock&gt;&lt;/BranchingProperties&gt;&#10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SLIDE_INDENT_LEVEL" val="4"/>
  <p:tag name="GENSWF_SLIDE_UID" val="{C38A6896-939E-4949-AF1B-EF43AE5A4CF3}:290"/>
  <p:tag name="ISPRING_SLIDE_BRANCHING_PROPERTIES" val="&lt;BranchingProperties&gt;&lt;nextAction&gt;&lt;action&gt;2&lt;/action&gt;&lt;slide&gt;293&lt;/slide&gt;&lt;/nextAction&gt;&lt;prevAction&gt;&lt;action&gt;2&lt;/action&gt;&lt;slide&gt;292&lt;/slide&gt;&lt;/prevAction&gt;&lt;lock&gt;0&lt;/lock&gt;&lt;/BranchingProperties&gt;&#10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SLIDE_INDENT_LEVEL" val="4"/>
  <p:tag name="GENSWF_SLIDE_UID" val="{D0CDE4B3-EAE4-4765-B520-2BCB5FD56BE4}:293"/>
  <p:tag name="ISPRING_SLIDE_BRANCHING_PROPERTIES" val="&lt;BranchingProperties&gt;&lt;nextAction&gt;&lt;action&gt;2&lt;/action&gt;&lt;slide&gt;323&lt;/slide&gt;&lt;/nextAction&gt;&lt;prevAction&gt;&lt;action&gt;2&lt;/action&gt;&lt;slide&gt;290&lt;/slide&gt;&lt;/prevAction&gt;&lt;lock&gt;0&lt;/lock&gt;&lt;/BranchingProperties&gt;&#10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SLIDE_INDENT_LEVEL" val="4"/>
  <p:tag name="GENSWF_SLIDE_UID" val="{01C4E443-2C3B-49CC-A6AF-5E1661912789}:323"/>
  <p:tag name="ISPRING_SLIDE_BRANCHING_PROPERTIES" val="&lt;BranchingProperties&gt;&lt;nextAction&gt;&lt;action&gt;2&lt;/action&gt;&lt;slide&gt;324&lt;/slide&gt;&lt;/nextAction&gt;&lt;prevAction&gt;&lt;action&gt;2&lt;/action&gt;&lt;slide&gt;293&lt;/slide&gt;&lt;/prevAction&gt;&lt;lock&gt;0&lt;/lock&gt;&lt;/BranchingProperties&gt;&#10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SLIDE_INDENT_LEVEL" val="4"/>
  <p:tag name="GENSWF_SLIDE_UID" val="{CD7E3CBE-32A3-4B0D-93B0-DF67340A5141}:324"/>
  <p:tag name="ISPRING_SLIDE_BRANCHING_PROPERTIES" val="&lt;BranchingProperties&gt;&lt;nextAction&gt;&lt;action&gt;2&lt;/action&gt;&lt;slide&gt;270&lt;/slide&gt;&lt;/nextAction&gt;&lt;prevAction&gt;&lt;action&gt;2&lt;/action&gt;&lt;slide&gt;323&lt;/slide&gt;&lt;/prevAction&gt;&lt;lock&gt;0&lt;/lock&gt;&lt;/BranchingProperties&gt;&#10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SLIDE_INDENT_LEVEL" val="3"/>
  <p:tag name="ISPRING_CUSTOM_TIMING_USED" val="0"/>
  <p:tag name="GENSWF_SLIDE_UID" val="{3FB78AEE-A794-4104-8F1E-CA21C2E08D52}:270"/>
  <p:tag name="ISPRING_SLIDE_BRANCHING_PROPERTIES" val="&lt;BranchingProperties&gt;&lt;nextAction&gt;&lt;action&gt;2&lt;/action&gt;&lt;slide&gt;281&lt;/slide&gt;&lt;/nextAction&gt;&lt;prevAction&gt;&lt;action&gt;2&lt;/action&gt;&lt;slide&gt;265&lt;/slide&gt;&lt;/prevAction&gt;&lt;lock&gt;0&lt;/lock&gt;&lt;/BranchingProperties&gt;&#10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QUIZ_SHAPES_ADDED" val="1"/>
  <p:tag name="ISPRING_RESOURCE_QUIZ" val="quiz1.quiz"/>
  <p:tag name="ISPRING_SLIDE_INDENT_LEVEL" val="4"/>
  <p:tag name="GENSWF_SLIDE_UID" val="{009A9259-2D11-4EC4-8BC1-CC30396DA594}:281"/>
  <p:tag name="ISPRING_SLIDE_QUIZ_PROPERTIES" val="&lt;QuizProperties&gt;&lt;passAction&gt;&lt;action&gt;0&lt;/action&gt;&lt;slide&gt;271&lt;/slide&gt;&lt;/passAction&gt;&lt;failAction&gt;&lt;action&gt;3&lt;/action&gt;&lt;/failAction&gt;&lt;viewSlidesPolicy&gt;0&lt;/viewSlidesPolicy&gt;&lt;allowInterrupt&gt;1&lt;/allowInterrupt&gt;&lt;restartFailedQuiz&gt;0&lt;/restartFailedQuiz&gt;&lt;/QuizProperties&gt;&#10;"/>
  <p:tag name="ISPRING_QUIZ_FULL_PATH" val="D:\Diploma\прототипы\ispring\Структура пособия\quiz\quiz1.quiz"/>
  <p:tag name="ISPRING_QUIZ_RELATIVE_PATH" val="Структура пособия\quiz\quiz1.quiz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GENSWF_SLIDE_UID" val="{62F1A29E-1DF4-4C09-8E8A-C81985B59D19}:271"/>
  <p:tag name="ISPRING_QUIZ_SHAPES_ADDED" val="1"/>
  <p:tag name="ISPRING_SLIDE_INDENT_LEVEL" val="4"/>
  <p:tag name="ISPRING_RESOURCE_QUIZ" val="quiz2.quiz"/>
  <p:tag name="ISPRING_SLIDE_QUIZ_PROPERTIES" val="&lt;QuizProperties&gt;&lt;passAction&gt;&lt;action&gt;0&lt;/action&gt;&lt;slide&gt;282&lt;/slide&gt;&lt;/passAction&gt;&lt;failAction&gt;&lt;action&gt;3&lt;/action&gt;&lt;/failAction&gt;&lt;viewSlidesPolicy&gt;0&lt;/viewSlidesPolicy&gt;&lt;allowInterrupt&gt;1&lt;/allowInterrupt&gt;&lt;restartFailedQuiz&gt;0&lt;/restartFailedQuiz&gt;&lt;/QuizProperties&gt;&#10;"/>
  <p:tag name="ISPRING_QUIZ_FULL_PATH" val="D:\Diploma\прототипы\ispring\Структура пособия\quiz\quiz2.quiz"/>
  <p:tag name="ISPRING_QUIZ_RELATIVE_PATH" val="Структура пособия\quiz\quiz2.quiz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QUIZ_SHAPES_ADDED" val="1"/>
  <p:tag name="ISPRING_SLIDE_INDENT_LEVEL" val="4"/>
  <p:tag name="ISPRING_RESOURCE_QUIZ" val="quiz3.quiz"/>
  <p:tag name="GENSWF_SLIDE_UID" val="{304AF39E-334B-42DA-B512-020A5FC11089}:282"/>
  <p:tag name="ISPRING_SLIDE_QUIZ_PROPERTIES" val="&lt;QuizProperties&gt;&lt;passAction&gt;&lt;action&gt;0&lt;/action&gt;&lt;slide&gt;283&lt;/slide&gt;&lt;/passAction&gt;&lt;failAction&gt;&lt;action&gt;3&lt;/action&gt;&lt;/failAction&gt;&lt;viewSlidesPolicy&gt;0&lt;/viewSlidesPolicy&gt;&lt;allowInterrupt&gt;1&lt;/allowInterrupt&gt;&lt;restartFailedQuiz&gt;0&lt;/restartFailedQuiz&gt;&lt;/QuizProperties&gt;&#10;"/>
  <p:tag name="ISPRING_QUIZ_FULL_PATH" val="D:\Diploma\прототипы\ispring\Структура пособия\quiz\quiz3.quiz"/>
  <p:tag name="ISPRING_QUIZ_RELATIVE_PATH" val="Структура пособия\quiz\quiz3.quiz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QUIZ_SHAPES_ADDED" val="1"/>
  <p:tag name="ISPRING_SLIDE_INDENT_LEVEL" val="4"/>
  <p:tag name="ISPRING_RESOURCE_QUIZ" val="quiz4.quiz"/>
  <p:tag name="GENSWF_SLIDE_UID" val="{A5782E3D-F807-4626-AE94-75C46B6C5D93}:283"/>
  <p:tag name="ISPRING_SLIDE_QUIZ_PROPERTIES" val="&lt;QuizProperties&gt;&lt;passAction&gt;&lt;action&gt;0&lt;/action&gt;&lt;slide&gt;318&lt;/slide&gt;&lt;/passAction&gt;&lt;failAction&gt;&lt;action&gt;3&lt;/action&gt;&lt;/failAction&gt;&lt;viewSlidesPolicy&gt;0&lt;/viewSlidesPolicy&gt;&lt;allowInterrupt&gt;1&lt;/allowInterrupt&gt;&lt;restartFailedQuiz&gt;0&lt;/restartFailedQuiz&gt;&lt;/QuizProperties&gt;&#10;"/>
  <p:tag name="ISPRING_QUIZ_FULL_PATH" val="D:\Diploma\прототипы\ispring\Структура пособия\quiz\quiz4.quiz"/>
  <p:tag name="ISPRING_QUIZ_RELATIVE_PATH" val="Структура пособия\quiz\quiz4.quiz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QUIZ_SHAPES_ADDED" val="1"/>
  <p:tag name="ISPRING_SLIDE_INDENT_LEVEL" val="4"/>
  <p:tag name="ISPRING_RESOURCE_QUIZ" val="quiz6.quiz"/>
  <p:tag name="GENSWF_SLIDE_UID" val="{D69D502C-D542-4201-BD7F-BFDEF447302D}:318"/>
  <p:tag name="ISPRING_SLIDE_QUIZ_PROPERTIES" val="&lt;QuizProperties&gt;&lt;passAction&gt;&lt;action&gt;0&lt;/action&gt;&lt;slide&gt;319&lt;/slide&gt;&lt;/passAction&gt;&lt;failAction&gt;&lt;action&gt;3&lt;/action&gt;&lt;/failAction&gt;&lt;viewSlidesPolicy&gt;0&lt;/viewSlidesPolicy&gt;&lt;allowInterrupt&gt;1&lt;/allowInterrupt&gt;&lt;restartFailedQuiz&gt;0&lt;/restartFailedQuiz&gt;&lt;/QuizProperties&gt;&#10;"/>
  <p:tag name="ISPRING_QUIZ_FULL_PATH" val="D:\Diploma\прототипы\ispring\Структура пособия\quiz\quiz6.quiz"/>
  <p:tag name="ISPRING_QUIZ_RELATIVE_PATH" val="Структура пособия\quiz\quiz6.quiz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QUIZ_SHAPES_ADDED" val="1"/>
  <p:tag name="ISPRING_SLIDE_INDENT_LEVEL" val="4"/>
  <p:tag name="ISPRING_RESOURCE_QUIZ" val="quiz7.quiz"/>
  <p:tag name="GENSWF_SLIDE_UID" val="{B3BB18D0-96E6-4CDD-9BCB-429F15BDC1A5}:319"/>
  <p:tag name="ISPRING_SLIDE_QUIZ_PROPERTIES" val="&lt;QuizProperties&gt;&lt;passAction&gt;&lt;action&gt;0&lt;/action&gt;&lt;slide&gt;320&lt;/slide&gt;&lt;/passAction&gt;&lt;failAction&gt;&lt;action&gt;3&lt;/action&gt;&lt;/failAction&gt;&lt;viewSlidesPolicy&gt;0&lt;/viewSlidesPolicy&gt;&lt;allowInterrupt&gt;1&lt;/allowInterrupt&gt;&lt;restartFailedQuiz&gt;0&lt;/restartFailedQuiz&gt;&lt;/QuizProperties&gt;&#10;"/>
  <p:tag name="ISPRING_QUIZ_FULL_PATH" val="D:\Diploma\прототипы\ispring\Структура пособия\quiz\quiz7.quiz"/>
  <p:tag name="ISPRING_QUIZ_RELATIVE_PATH" val="Структура пособия\quiz\quiz7.quiz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QUIZ_SHAPES_ADDED" val="1"/>
  <p:tag name="ISPRING_SLIDE_INDENT_LEVEL" val="4"/>
  <p:tag name="ISPRING_RESOURCE_QUIZ" val="quiz8.quiz"/>
  <p:tag name="GENSWF_SLIDE_UID" val="{3664115B-53CE-415B-8507-E1A42F78AABF}:320"/>
  <p:tag name="ISPRING_SLIDE_QUIZ_PROPERTIES" val="&lt;QuizProperties&gt;&lt;passAction&gt;&lt;action&gt;0&lt;/action&gt;&lt;slide&gt;321&lt;/slide&gt;&lt;/passAction&gt;&lt;failAction&gt;&lt;action&gt;3&lt;/action&gt;&lt;/failAction&gt;&lt;viewSlidesPolicy&gt;0&lt;/viewSlidesPolicy&gt;&lt;allowInterrupt&gt;1&lt;/allowInterrupt&gt;&lt;restartFailedQuiz&gt;0&lt;/restartFailedQuiz&gt;&lt;/QuizProperties&gt;&#10;"/>
  <p:tag name="ISPRING_QUIZ_FULL_PATH" val="D:\Diploma\прототипы\ispring\Структура пособия\quiz\quiz8.quiz"/>
  <p:tag name="ISPRING_QUIZ_RELATIVE_PATH" val="Структура пособия\quiz\quiz8.quiz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QUIZ_SHAPES_ADDED" val="1"/>
  <p:tag name="ISPRING_SLIDE_INDENT_LEVEL" val="4"/>
  <p:tag name="ISPRING_RESOURCE_QUIZ" val="quiz9.quiz"/>
  <p:tag name="GENSWF_SLIDE_UID" val="{788979C0-F61A-4560-A80B-D96CF8B4ABA2}:321"/>
  <p:tag name="ISPRING_SLIDE_QUIZ_PROPERTIES" val="&lt;QuizProperties&gt;&lt;passAction&gt;&lt;action&gt;0&lt;/action&gt;&lt;slide&gt;261&lt;/slide&gt;&lt;/passAction&gt;&lt;failAction&gt;&lt;action&gt;3&lt;/action&gt;&lt;/failAction&gt;&lt;viewSlidesPolicy&gt;0&lt;/viewSlidesPolicy&gt;&lt;allowInterrupt&gt;1&lt;/allowInterrupt&gt;&lt;restartFailedQuiz&gt;0&lt;/restartFailedQuiz&gt;&lt;/QuizProperties&gt;&#10;"/>
  <p:tag name="ISPRING_QUIZ_FULL_PATH" val="D:\Diploma\прототипы\ispring\Структура пособия\quiz\quiz9.quiz"/>
  <p:tag name="ISPRING_QUIZ_RELATIVE_PATH" val="Структура пособия\quiz\quiz9.quiz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GENSWF_SLIDE_UID" val="{D166FA1C-62A3-4BBC-A2B4-197059381CE2}:261"/>
  <p:tag name="ISPRING_SLIDE_INDENT_LEVEL" val="1"/>
  <p:tag name="ISPRING_SLIDE_BRANCHING_PROPERTIES" val="&lt;BranchingProperties&gt;&lt;nextAction&gt;&lt;action&gt;2&lt;/action&gt;&lt;slide&gt;307&lt;/slide&gt;&lt;/nextAction&gt;&lt;prevAction&gt;&lt;action&gt;2&lt;/action&gt;&lt;slide&gt;256&lt;/slide&gt;&lt;/prevAction&gt;&lt;lock&gt;0&lt;/lock&gt;&lt;/BranchingProperties&gt;&#10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SLIDE_INDENT_LEVEL" val="2"/>
  <p:tag name="GENSWF_SLIDE_UID" val="{76202D8D-59A8-4DC1-A768-843A818D3CF5}:307"/>
  <p:tag name="ISPRING_SLIDE_BRANCHING_PROPERTIES" val="&lt;BranchingProperties&gt;&lt;nextAction&gt;&lt;action&gt;2&lt;/action&gt;&lt;slide&gt;295&lt;/slide&gt;&lt;/nextAction&gt;&lt;prevAction&gt;&lt;action&gt;2&lt;/action&gt;&lt;slide&gt;256&lt;/slide&gt;&lt;/prevAction&gt;&lt;lock&gt;0&lt;/lock&gt;&lt;/BranchingProperties&gt;&#10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SLIDE_INDENT_LEVEL" val="3"/>
  <p:tag name="GENSWF_SLIDE_UID" val="{3A1DCADF-F1CB-4745-B70D-4BCF6139ECF3}:295"/>
  <p:tag name="ISPRING_SLIDE_BRANCHING_PROPERTIES" val="&lt;BranchingProperties&gt;&lt;nextAction&gt;&lt;action&gt;2&lt;/action&gt;&lt;slide&gt;296&lt;/slide&gt;&lt;/nextAction&gt;&lt;prevAction&gt;&lt;action&gt;2&lt;/action&gt;&lt;slide&gt;307&lt;/slide&gt;&lt;/prevAction&gt;&lt;lock&gt;0&lt;/lock&gt;&lt;/BranchingProperties&gt;&#10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SLIDE_INDENT_LEVEL" val="3"/>
  <p:tag name="GENSWF_SLIDE_UID" val="{B656DADA-5BB1-4E31-8AE8-513478D5FAB0}:296"/>
  <p:tag name="ISPRING_SLIDE_BRANCHING_PROPERTIES" val="&lt;BranchingProperties&gt;&lt;nextAction&gt;&lt;action&gt;2&lt;/action&gt;&lt;slide&gt;317&lt;/slide&gt;&lt;/nextAction&gt;&lt;prevAction&gt;&lt;action&gt;2&lt;/action&gt;&lt;slide&gt;295&lt;/slide&gt;&lt;/prevAction&gt;&lt;lock&gt;0&lt;/lock&gt;&lt;/BranchingProperties&gt;&#10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SLIDE_INDENT_LEVEL" val="4"/>
  <p:tag name="GENSWF_SLIDE_UID" val="{8FDD26A9-3113-4BEA-8A22-44604AFA466A}:294"/>
  <p:tag name="ISPRING_SLIDE_BRANCHING_PROPERTIES" val="&lt;BranchingProperties&gt;&lt;nextAction&gt;&lt;action&gt;2&lt;/action&gt;&lt;slide&gt;297&lt;/slide&gt;&lt;/nextAction&gt;&lt;prevAction&gt;&lt;action&gt;2&lt;/action&gt;&lt;slide&gt;295&lt;/slide&gt;&lt;/prevAction&gt;&lt;lock&gt;0&lt;/lock&gt;&lt;/BranchingProperties&gt;&#10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SLIDE_INDENT_LEVEL" val="4"/>
  <p:tag name="GENSWF_SLIDE_UID" val="{8BECCE61-57AC-4306-BFB1-4AF938592716}:297"/>
  <p:tag name="ISPRING_SLIDE_BRANCHING_PROPERTIES" val="&lt;BranchingProperties&gt;&lt;nextAction&gt;&lt;action&gt;2&lt;/action&gt;&lt;slide&gt;298&lt;/slide&gt;&lt;/nextAction&gt;&lt;prevAction&gt;&lt;action&gt;2&lt;/action&gt;&lt;slide&gt;294&lt;/slide&gt;&lt;/prevAction&gt;&lt;lock&gt;0&lt;/lock&gt;&lt;/BranchingProperties&gt;&#10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SLIDE_INDENT_LEVEL" val="4"/>
  <p:tag name="GENSWF_SLIDE_UID" val="{C5091FEB-2FA4-4D2F-AAC6-B03D9BE95716}:298"/>
  <p:tag name="ISPRING_SLIDE_BRANCHING_PROPERTIES" val="&lt;BranchingProperties&gt;&lt;nextAction&gt;&lt;action&gt;2&lt;/action&gt;&lt;slide&gt;299&lt;/slide&gt;&lt;/nextAction&gt;&lt;prevAction&gt;&lt;action&gt;2&lt;/action&gt;&lt;slide&gt;297&lt;/slide&gt;&lt;/prevAction&gt;&lt;lock&gt;0&lt;/lock&gt;&lt;/BranchingProperties&gt;&#10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SLIDE_INDENT_LEVEL" val="4"/>
  <p:tag name="GENSWF_SLIDE_UID" val="{EFC0E21D-C4E5-4951-AC4D-75B875CCD80F}:299"/>
  <p:tag name="ISPRING_SLIDE_BRANCHING_PROPERTIES" val="&lt;BranchingProperties&gt;&lt;nextAction&gt;&lt;action&gt;2&lt;/action&gt;&lt;slide&gt;300&lt;/slide&gt;&lt;/nextAction&gt;&lt;prevAction&gt;&lt;action&gt;2&lt;/action&gt;&lt;slide&gt;298&lt;/slide&gt;&lt;/prevAction&gt;&lt;lock&gt;0&lt;/lock&gt;&lt;/BranchingProperties&gt;&#10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SLIDE_INDENT_LEVEL" val="4"/>
  <p:tag name="GENSWF_SLIDE_UID" val="{CB9BBD42-B5FB-42A7-BC44-AF2E133EF039}:300"/>
  <p:tag name="ISPRING_SLIDE_BRANCHING_PROPERTIES" val="&lt;BranchingProperties&gt;&lt;nextAction&gt;&lt;action&gt;2&lt;/action&gt;&lt;slide&gt;301&lt;/slide&gt;&lt;/nextAction&gt;&lt;prevAction&gt;&lt;action&gt;2&lt;/action&gt;&lt;slide&gt;299&lt;/slide&gt;&lt;/prevAction&gt;&lt;lock&gt;0&lt;/lock&gt;&lt;/BranchingProperties&gt;&#10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SLIDE_INDENT_LEVEL" val="4"/>
  <p:tag name="GENSWF_SLIDE_UID" val="{70C7333F-00C0-4F77-91DA-DDF7D8E6A0BC}:301"/>
  <p:tag name="ISPRING_SLIDE_BRANCHING_PROPERTIES" val="&lt;BranchingProperties&gt;&lt;nextAction&gt;&lt;action&gt;2&lt;/action&gt;&lt;slide&gt;302&lt;/slide&gt;&lt;/nextAction&gt;&lt;prevAction&gt;&lt;action&gt;2&lt;/action&gt;&lt;slide&gt;300&lt;/slide&gt;&lt;/prevAction&gt;&lt;lock&gt;0&lt;/lock&gt;&lt;/BranchingProperties&gt;&#10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SLIDE_INDENT_LEVEL" val="4"/>
  <p:tag name="GENSWF_SLIDE_UID" val="{46473421-412E-4AB5-A49B-75DA95C1D710}:302"/>
  <p:tag name="ISPRING_SLIDE_BRANCHING_PROPERTIES" val="&lt;BranchingProperties&gt;&lt;nextAction&gt;&lt;action&gt;2&lt;/action&gt;&lt;slide&gt;303&lt;/slide&gt;&lt;/nextAction&gt;&lt;prevAction&gt;&lt;action&gt;2&lt;/action&gt;&lt;slide&gt;301&lt;/slide&gt;&lt;/prevAction&gt;&lt;lock&gt;0&lt;/lock&gt;&lt;/BranchingProperties&gt;&#10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SLIDE_INDENT_LEVEL" val="4"/>
  <p:tag name="GENSWF_SLIDE_UID" val="{2572A21A-D6C2-4356-BB5D-4541AEE1C14F}:303"/>
  <p:tag name="ISPRING_SLIDE_BRANCHING_PROPERTIES" val="&lt;BranchingProperties&gt;&lt;nextAction&gt;&lt;action&gt;2&lt;/action&gt;&lt;slide&gt;304&lt;/slide&gt;&lt;/nextAction&gt;&lt;prevAction&gt;&lt;action&gt;2&lt;/action&gt;&lt;slide&gt;302&lt;/slide&gt;&lt;/prevAction&gt;&lt;lock&gt;0&lt;/lock&gt;&lt;/BranchingProperties&gt;&#10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SLIDE_INDENT_LEVEL" val="4"/>
  <p:tag name="GENSWF_SLIDE_UID" val="{9C1F1AD6-0D53-4287-B9F7-3631A58D7212}:304"/>
  <p:tag name="ISPRING_SLIDE_BRANCHING_PROPERTIES" val="&lt;BranchingProperties&gt;&lt;nextAction&gt;&lt;action&gt;2&lt;/action&gt;&lt;slide&gt;305&lt;/slide&gt;&lt;/nextAction&gt;&lt;prevAction&gt;&lt;action&gt;2&lt;/action&gt;&lt;slide&gt;303&lt;/slide&gt;&lt;/prevAction&gt;&lt;lock&gt;0&lt;/lock&gt;&lt;/BranchingProperties&gt;&#10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SLIDE_INDENT_LEVEL" val="4"/>
  <p:tag name="GENSWF_SLIDE_UID" val="{7DD8BE3C-4D63-40B8-AC7C-19F666A86A41}:305"/>
  <p:tag name="ISPRING_SLIDE_BRANCHING_PROPERTIES" val="&lt;BranchingProperties&gt;&lt;nextAction&gt;&lt;action&gt;2&lt;/action&gt;&lt;slide&gt;306&lt;/slide&gt;&lt;/nextAction&gt;&lt;prevAction&gt;&lt;action&gt;2&lt;/action&gt;&lt;slide&gt;304&lt;/slide&gt;&lt;/prevAction&gt;&lt;lock&gt;0&lt;/lock&gt;&lt;/BranchingProperties&gt;&#10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SLIDE_INDENT_LEVEL" val="4"/>
  <p:tag name="GENSWF_SLIDE_UID" val="{3965366C-B90E-4005-A18C-CF28C299B5ED}:306"/>
  <p:tag name="ISPRING_SLIDE_BRANCHING_PROPERTIES" val="&lt;BranchingProperties&gt;&lt;nextAction&gt;&lt;action&gt;2&lt;/action&gt;&lt;slide&gt;308&lt;/slide&gt;&lt;/nextAction&gt;&lt;prevAction&gt;&lt;action&gt;2&lt;/action&gt;&lt;slide&gt;305&lt;/slide&gt;&lt;/prevAction&gt;&lt;lock&gt;0&lt;/lock&gt;&lt;/BranchingProperties&gt;&#10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SLIDE_INDENT_LEVEL" val="4"/>
  <p:tag name="GENSWF_SLIDE_UID" val="{6571851B-435D-42DB-BF70-E9F9F7635258}:308"/>
  <p:tag name="ISPRING_SLIDE_BRANCHING_PROPERTIES" val="&lt;BranchingProperties&gt;&lt;nextAction&gt;&lt;action&gt;2&lt;/action&gt;&lt;slide&gt;309&lt;/slide&gt;&lt;/nextAction&gt;&lt;prevAction&gt;&lt;action&gt;2&lt;/action&gt;&lt;slide&gt;296&lt;/slide&gt;&lt;/prevAction&gt;&lt;lock&gt;0&lt;/lock&gt;&lt;/BranchingProperties&gt;&#10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SLIDE_INDENT_LEVEL" val="4"/>
  <p:tag name="GENSWF_SLIDE_UID" val="{782B239C-0D2A-4E99-B160-2D7393FBDF37}:309"/>
  <p:tag name="ISPRING_SLIDE_BRANCHING_PROPERTIES" val="&lt;BranchingProperties&gt;&lt;nextAction&gt;&lt;action&gt;2&lt;/action&gt;&lt;slide&gt;310&lt;/slide&gt;&lt;/nextAction&gt;&lt;prevAction&gt;&lt;action&gt;2&lt;/action&gt;&lt;slide&gt;308&lt;/slide&gt;&lt;/prevAction&gt;&lt;lock&gt;0&lt;/lock&gt;&lt;/BranchingProperties&gt;&#10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SLIDE_INDENT_LEVEL" val="4"/>
  <p:tag name="GENSWF_SLIDE_UID" val="{2C993F30-6588-4F4C-A084-1F34BF0A3375}:310"/>
  <p:tag name="ISPRING_SLIDE_BRANCHING_PROPERTIES" val="&lt;BranchingProperties&gt;&lt;nextAction&gt;&lt;action&gt;2&lt;/action&gt;&lt;slide&gt;311&lt;/slide&gt;&lt;/nextAction&gt;&lt;prevAction&gt;&lt;action&gt;2&lt;/action&gt;&lt;slide&gt;309&lt;/slide&gt;&lt;/prevAction&gt;&lt;lock&gt;0&lt;/lock&gt;&lt;/BranchingProperties&gt;&#10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SLIDE_INDENT_LEVEL" val="4"/>
  <p:tag name="GENSWF_SLIDE_UID" val="{E1B97DF8-E2D6-4BEC-9480-0B23B277378B}:311"/>
  <p:tag name="ISPRING_SLIDE_BRANCHING_PROPERTIES" val="&lt;BranchingProperties&gt;&lt;nextAction&gt;&lt;action&gt;2&lt;/action&gt;&lt;slide&gt;312&lt;/slide&gt;&lt;/nextAction&gt;&lt;prevAction&gt;&lt;action&gt;2&lt;/action&gt;&lt;slide&gt;310&lt;/slide&gt;&lt;/prevAction&gt;&lt;lock&gt;0&lt;/lock&gt;&lt;/BranchingProperties&gt;&#10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SLIDE_INDENT_LEVEL" val="4"/>
  <p:tag name="GENSWF_SLIDE_UID" val="{78FA68BD-CD97-4F13-ACB4-2AB22EF07739}:312"/>
  <p:tag name="ISPRING_SLIDE_BRANCHING_PROPERTIES" val="&lt;BranchingProperties&gt;&lt;nextAction&gt;&lt;action&gt;2&lt;/action&gt;&lt;slide&gt;313&lt;/slide&gt;&lt;/nextAction&gt;&lt;prevAction&gt;&lt;action&gt;2&lt;/action&gt;&lt;slide&gt;311&lt;/slide&gt;&lt;/prevAction&gt;&lt;lock&gt;0&lt;/lock&gt;&lt;/BranchingProperties&gt;&#10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SLIDE_INDENT_LEVEL" val="4"/>
  <p:tag name="GENSWF_SLIDE_UID" val="{33C2419C-100D-4F7E-8636-CAF62AD591EC}:313"/>
  <p:tag name="ISPRING_SLIDE_BRANCHING_PROPERTIES" val="&lt;BranchingProperties&gt;&lt;nextAction&gt;&lt;action&gt;2&lt;/action&gt;&lt;slide&gt;314&lt;/slide&gt;&lt;/nextAction&gt;&lt;prevAction&gt;&lt;action&gt;2&lt;/action&gt;&lt;slide&gt;312&lt;/slide&gt;&lt;/prevAction&gt;&lt;lock&gt;0&lt;/lock&gt;&lt;/BranchingProperties&gt;&#10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SLIDE_INDENT_LEVEL" val="4"/>
  <p:tag name="GENSWF_SLIDE_UID" val="{4852384C-23BB-4AA7-8F15-FA7AF45E38D6}:314"/>
  <p:tag name="ISPRING_SLIDE_BRANCHING_PROPERTIES" val="&lt;BranchingProperties&gt;&lt;nextAction&gt;&lt;action&gt;2&lt;/action&gt;&lt;slide&gt;315&lt;/slide&gt;&lt;/nextAction&gt;&lt;prevAction&gt;&lt;action&gt;2&lt;/action&gt;&lt;slide&gt;313&lt;/slide&gt;&lt;/prevAction&gt;&lt;lock&gt;0&lt;/lock&gt;&lt;/BranchingProperties&gt;&#10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SLIDE_INDENT_LEVEL" val="4"/>
  <p:tag name="GENSWF_SLIDE_UID" val="{5D3CF1CC-11BA-4133-BAA1-17A07A71738B}:315"/>
  <p:tag name="ISPRING_SLIDE_BRANCHING_PROPERTIES" val="&lt;BranchingProperties&gt;&lt;nextAction&gt;&lt;action&gt;2&lt;/action&gt;&lt;slide&gt;316&lt;/slide&gt;&lt;/nextAction&gt;&lt;prevAction&gt;&lt;action&gt;2&lt;/action&gt;&lt;slide&gt;314&lt;/slide&gt;&lt;/prevAction&gt;&lt;lock&gt;0&lt;/lock&gt;&lt;/BranchingProperties&gt;&#10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SLIDE_INDENT_LEVEL" val="4"/>
  <p:tag name="GENSWF_SLIDE_UID" val="{607305BE-7E47-4942-A5C4-9C5EC1AF55B6}:316"/>
  <p:tag name="ISPRING_SLIDE_BRANCHING_PROPERTIES" val="&lt;BranchingProperties&gt;&lt;nextAction&gt;&lt;action&gt;2&lt;/action&gt;&lt;slide&gt;325&lt;/slide&gt;&lt;/nextAction&gt;&lt;prevAction&gt;&lt;action&gt;2&lt;/action&gt;&lt;slide&gt;315&lt;/slide&gt;&lt;/prevAction&gt;&lt;lock&gt;0&lt;/lock&gt;&lt;/BranchingProperties&gt;&#10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SLIDE_INDENT_LEVEL" val="4"/>
  <p:tag name="GENSWF_SLIDE_UID" val="{1366C1CD-8C69-4265-86BC-6CF290821D81}:325"/>
  <p:tag name="ISPRING_SLIDE_BRANCHING_PROPERTIES" val="&lt;BranchingProperties&gt;&lt;nextAction&gt;&lt;action&gt;2&lt;/action&gt;&lt;slide&gt;335&lt;/slide&gt;&lt;/nextAction&gt;&lt;prevAction&gt;&lt;action&gt;2&lt;/action&gt;&lt;slide&gt;316&lt;/slide&gt;&lt;/prevAction&gt;&lt;lock&gt;0&lt;/lock&gt;&lt;/BranchingProperties&gt;&#10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SLIDE_INDENT_LEVEL" val="4"/>
  <p:tag name="GENSWF_SLIDE_UID" val="{581D875A-12C6-43A3-BAD7-89CB5F8DDC25}:335"/>
  <p:tag name="ISPRING_SLIDE_BRANCHING_PROPERTIES" val="&lt;BranchingProperties&gt;&lt;nextAction&gt;&lt;action&gt;2&lt;/action&gt;&lt;slide&gt;317&lt;/slide&gt;&lt;/nextAction&gt;&lt;prevAction&gt;&lt;action&gt;2&lt;/action&gt;&lt;slide&gt;325&lt;/slide&gt;&lt;/prevAction&gt;&lt;lock&gt;0&lt;/lock&gt;&lt;/BranchingProperties&gt;&#10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SLIDE_INDENT_LEVEL" val="3"/>
  <p:tag name="ISPRING_CUSTOM_TIMING_USED" val="0"/>
  <p:tag name="GENSWF_SLIDE_UID" val="{610BB2B8-5ED4-416F-8361-C147B9880385}:317"/>
  <p:tag name="ISPRING_SLIDE_BRANCHING_PROPERTIES" val="&lt;BranchingProperties&gt;&lt;nextAction&gt;&lt;action&gt;2&lt;/action&gt;&lt;slide&gt;322&lt;/slide&gt;&lt;/nextAction&gt;&lt;prevAction&gt;&lt;action&gt;2&lt;/action&gt;&lt;slide&gt;307&lt;/slide&gt;&lt;/prevAction&gt;&lt;lock&gt;0&lt;/lock&gt;&lt;/BranchingProperties&gt;&#10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QUIZ_SHAPES_ADDED" val="1"/>
  <p:tag name="ISPRING_SLIDE_INDENT_LEVEL" val="4"/>
  <p:tag name="ISPRING_RESOURCE_QUIZ" val="quiz10.quiz"/>
  <p:tag name="GENSWF_SLIDE_UID" val="{73A49E45-BE1F-467E-92E1-CC6C75825461}:322"/>
  <p:tag name="ISPRING_SLIDE_QUIZ_PROPERTIES" val="&lt;QuizProperties&gt;&lt;passAction&gt;&lt;action&gt;0&lt;/action&gt;&lt;slide&gt;326&lt;/slide&gt;&lt;/passAction&gt;&lt;failAction&gt;&lt;action&gt;3&lt;/action&gt;&lt;/failAction&gt;&lt;viewSlidesPolicy&gt;0&lt;/viewSlidesPolicy&gt;&lt;allowInterrupt&gt;1&lt;/allowInterrupt&gt;&lt;restartFailedQuiz&gt;0&lt;/restartFailedQuiz&gt;&lt;/QuizProperties&gt;&#10;"/>
  <p:tag name="ISPRING_QUIZ_FULL_PATH" val="D:\Diploma\прототипы\ispring\Структура пособия\quiz\quiz10.quiz"/>
  <p:tag name="ISPRING_QUIZ_RELATIVE_PATH" val="Структура пособия\quiz\quiz10.quiz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QUIZ_SHAPES_ADDED" val="1"/>
  <p:tag name="ISPRING_RESOURCE_QUIZ" val="quiz11.quiz"/>
  <p:tag name="ISPRING_SLIDE_INDENT_LEVEL" val="4"/>
  <p:tag name="ISPRING_CUSTOM_TIMING_USED" val="0"/>
  <p:tag name="GENSWF_SLIDE_UID" val="{CDC786B1-7441-4933-996D-6A229DDEA5DD}:326"/>
  <p:tag name="ISPRING_SLIDE_QUIZ_PROPERTIES" val="&lt;QuizProperties&gt;&lt;passAction&gt;&lt;action&gt;0&lt;/action&gt;&lt;slide&gt;327&lt;/slide&gt;&lt;/passAction&gt;&lt;failAction&gt;&lt;action&gt;0&lt;/action&gt;&lt;slide&gt;327&lt;/slide&gt;&lt;/failAction&gt;&lt;viewSlidesPolicy&gt;0&lt;/viewSlidesPolicy&gt;&lt;allowInterrupt&gt;1&lt;/allowInterrupt&gt;&lt;restartFailedQuiz&gt;0&lt;/restartFailedQuiz&gt;&lt;/QuizProperties&gt;&#10;"/>
  <p:tag name="ISPRING_QUIZ_FULL_PATH" val="D:\Diploma\прототипы\ispring\Структура пособия\quiz\quiz11.quiz"/>
  <p:tag name="ISPRING_QUIZ_RELATIVE_PATH" val="Структура пособия\quiz\quiz11.quiz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QUIZ_SHAPES_ADDED" val="1"/>
  <p:tag name="ISPRING_SLIDE_INDENT_LEVEL" val="4"/>
  <p:tag name="ISPRING_RESOURCE_QUIZ" val="quiz12.quiz"/>
  <p:tag name="GENSWF_SLIDE_UID" val="{B799CA20-57CB-4BC1-A6CF-540A10E2D2AE}:327"/>
  <p:tag name="ISPRING_SLIDE_QUIZ_PROPERTIES" val="&lt;QuizProperties&gt;&lt;passAction&gt;&lt;action&gt;0&lt;/action&gt;&lt;slide&gt;328&lt;/slide&gt;&lt;/passAction&gt;&lt;failAction&gt;&lt;action&gt;3&lt;/action&gt;&lt;/failAction&gt;&lt;viewSlidesPolicy&gt;0&lt;/viewSlidesPolicy&gt;&lt;allowInterrupt&gt;1&lt;/allowInterrupt&gt;&lt;restartFailedQuiz&gt;0&lt;/restartFailedQuiz&gt;&lt;/QuizProperties&gt;&#10;"/>
  <p:tag name="ISPRING_QUIZ_FULL_PATH" val="D:\Diploma\прототипы\ispring\Структура пособия\quiz\quiz12.quiz"/>
  <p:tag name="ISPRING_QUIZ_RELATIVE_PATH" val="Структура пособия\quiz\quiz12.quiz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QUIZ_SHAPES_ADDED" val="1"/>
  <p:tag name="ISPRING_SLIDE_INDENT_LEVEL" val="4"/>
  <p:tag name="ISPRING_RESOURCE_QUIZ" val="quiz13.quiz"/>
  <p:tag name="GENSWF_SLIDE_UID" val="{1128E0C8-C21F-47D0-BC1F-5BDAFD88FBF0}:328"/>
  <p:tag name="ISPRING_SLIDE_QUIZ_PROPERTIES" val="&lt;QuizProperties&gt;&lt;passAction&gt;&lt;action&gt;0&lt;/action&gt;&lt;slide&gt;329&lt;/slide&gt;&lt;/passAction&gt;&lt;failAction&gt;&lt;action&gt;3&lt;/action&gt;&lt;/failAction&gt;&lt;viewSlidesPolicy&gt;0&lt;/viewSlidesPolicy&gt;&lt;allowInterrupt&gt;1&lt;/allowInterrupt&gt;&lt;restartFailedQuiz&gt;0&lt;/restartFailedQuiz&gt;&lt;/QuizProperties&gt;&#10;"/>
  <p:tag name="ISPRING_QUIZ_FULL_PATH" val="D:\Diploma\прототипы\ispring\Структура пособия\quiz\quiz13.quiz"/>
  <p:tag name="ISPRING_QUIZ_RELATIVE_PATH" val="Структура пособия\quiz\quiz13.quiz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QUIZ_SHAPES_ADDED" val="1"/>
  <p:tag name="ISPRING_SLIDE_INDENT_LEVEL" val="4"/>
  <p:tag name="ISPRING_RESOURCE_QUIZ" val="quiz14.quiz"/>
  <p:tag name="GENSWF_SLIDE_UID" val="{9A4C7309-B7DA-49CD-B17A-FC251C8AE2B6}:329"/>
  <p:tag name="ISPRING_SLIDE_QUIZ_PROPERTIES" val="&lt;QuizProperties&gt;&lt;passAction&gt;&lt;action&gt;0&lt;/action&gt;&lt;slide&gt;330&lt;/slide&gt;&lt;/passAction&gt;&lt;failAction&gt;&lt;action&gt;3&lt;/action&gt;&lt;/failAction&gt;&lt;viewSlidesPolicy&gt;0&lt;/viewSlidesPolicy&gt;&lt;allowInterrupt&gt;1&lt;/allowInterrupt&gt;&lt;restartFailedQuiz&gt;0&lt;/restartFailedQuiz&gt;&lt;/QuizProperties&gt;&#10;"/>
  <p:tag name="ISPRING_QUIZ_FULL_PATH" val="D:\Diploma\прототипы\ispring\Структура пособия\quiz\quiz14.quiz"/>
  <p:tag name="ISPRING_QUIZ_RELATIVE_PATH" val="Структура пособия\quiz\quiz14.quiz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QUIZ_SHAPES_ADDED" val="1"/>
  <p:tag name="ISPRING_RESOURCE_QUIZ" val="quiz15.quiz"/>
  <p:tag name="ISPRING_SLIDE_INDENT_LEVEL" val="4"/>
  <p:tag name="ISPRING_CUSTOM_TIMING_USED" val="0"/>
  <p:tag name="GENSWF_SLIDE_UID" val="{EB35008F-7876-444D-9BA7-7FD8D6616D4D}:330"/>
  <p:tag name="ISPRING_SLIDE_QUIZ_PROPERTIES" val="&lt;QuizProperties&gt;&lt;passAction&gt;&lt;action&gt;0&lt;/action&gt;&lt;slide&gt;331&lt;/slide&gt;&lt;/passAction&gt;&lt;failAction&gt;&lt;action&gt;0&lt;/action&gt;&lt;slide&gt;331&lt;/slide&gt;&lt;/failAction&gt;&lt;viewSlidesPolicy&gt;0&lt;/viewSlidesPolicy&gt;&lt;allowInterrupt&gt;1&lt;/allowInterrupt&gt;&lt;restartFailedQuiz&gt;0&lt;/restartFailedQuiz&gt;&lt;/QuizProperties&gt;&#10;"/>
  <p:tag name="ISPRING_QUIZ_FULL_PATH" val="D:\Diploma\прототипы\ispring\Структура пособия\quiz\quiz15.quiz"/>
  <p:tag name="ISPRING_QUIZ_RELATIVE_PATH" val="Структура пособия\quiz\quiz15.quiz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QUIZ_SHAPES_ADDED" val="1"/>
  <p:tag name="ISPRING_SLIDE_INDENT_LEVEL" val="4"/>
  <p:tag name="ISPRING_RESOURCE_QUIZ" val="quiz16.quiz"/>
  <p:tag name="GENSWF_SLIDE_UID" val="{01D4333D-51E9-4DAF-8E40-20ECE4A60E90}:331"/>
  <p:tag name="ISPRING_SLIDE_QUIZ_PROPERTIES" val="&lt;QuizProperties&gt;&lt;passAction&gt;&lt;action&gt;0&lt;/action&gt;&lt;slide&gt;332&lt;/slide&gt;&lt;/passAction&gt;&lt;failAction&gt;&lt;action&gt;3&lt;/action&gt;&lt;/failAction&gt;&lt;viewSlidesPolicy&gt;0&lt;/viewSlidesPolicy&gt;&lt;allowInterrupt&gt;1&lt;/allowInterrupt&gt;&lt;restartFailedQuiz&gt;0&lt;/restartFailedQuiz&gt;&lt;/QuizProperties&gt;&#10;"/>
  <p:tag name="ISPRING_QUIZ_FULL_PATH" val="D:\Diploma\прототипы\ispring\Структура пособия\quiz\quiz16.quiz"/>
  <p:tag name="ISPRING_QUIZ_RELATIVE_PATH" val="Структура пособия\quiz\quiz16.quiz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ISPRING_CUSTOM_TIMING_USED" val="0"/>
  <p:tag name="ISPRING_QUIZ_SHAPES_ADDED" val="1"/>
  <p:tag name="ISPRING_SLIDE_INDENT_LEVEL" val="4"/>
  <p:tag name="ISPRING_RESOURCE_QUIZ" val="quiz17.quiz"/>
  <p:tag name="GENSWF_SLIDE_UID" val="{5E301DCA-05DC-47D5-BFA1-509A8C8D6C85}:332"/>
  <p:tag name="ISPRING_SLIDE_QUIZ_PROPERTIES" val="&lt;QuizProperties&gt;&lt;passAction&gt;&lt;action&gt;0&lt;/action&gt;&lt;slide&gt;261&lt;/slide&gt;&lt;/passAction&gt;&lt;failAction&gt;&lt;action&gt;3&lt;/action&gt;&lt;/failAction&gt;&lt;viewSlidesPolicy&gt;0&lt;/viewSlidesPolicy&gt;&lt;allowInterrupt&gt;1&lt;/allowInterrupt&gt;&lt;restartFailedQuiz&gt;0&lt;/restartFailedQuiz&gt;&lt;/QuizProperties&gt;&#10;"/>
  <p:tag name="ISPRING_QUIZ_FULL_PATH" val="D:\Diploma\прототипы\ispring\Структура пособия\quiz\quiz17.quiz"/>
  <p:tag name="ISPRING_QUIZ_RELATIVE_PATH" val="Структура пособия\quiz\quiz17.quiz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GENSWF_SLIDE_UID" val="{723393D6-7073-480D-9B69-A26164A6B931}:263"/>
  <p:tag name="ISPRING_SLIDE_BRANCHING_PROPERTIES" val="&lt;BranchingProperties&gt;&lt;nextAction&gt;&lt;action&gt;1&lt;/action&gt;&lt;/nextAction&gt;&lt;prevAction&gt;&lt;action&gt;2&lt;/action&gt;&lt;slide&gt;256&lt;/slide&gt;&lt;/prevAction&gt;&lt;lock&gt;0&lt;/lock&gt;&lt;/BranchingProperties&gt;&#10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CONTENTLIB_ASSET_META" val="{&quot;ai&quot;:&quot;58&quot;,&quot;gi&quot;:&quot;3&quot;,&quot;ti&quot;:&quot;ui_elements&quot;,&quot;vs&quot;:{&quot;f&quot;:[388,55,61],&quot;i&quot;:&quot;58&quot;}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CONTENTLIB_ASSET_META" val="{&quot;ai&quot;:&quot;58&quot;,&quot;gi&quot;:&quot;3&quot;,&quot;ti&quot;:&quot;ui_elements&quot;,&quot;vs&quot;:{&quot;f&quot;:[388,55,61],&quot;i&quot;:&quot;58&quot;}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CONTENTLIB_ASSET_META" val="{&quot;ai&quot;:&quot;58&quot;,&quot;gi&quot;:&quot;3&quot;,&quot;ti&quot;:&quot;ui_elements&quot;,&quot;vs&quot;:{&quot;f&quot;:[388,55,61],&quot;i&quot;:&quot;58&quot;}}"/>
</p:tagLst>
</file>

<file path=ppt/theme/theme1.xml><?xml version="1.0" encoding="utf-8"?>
<a:theme xmlns:a="http://schemas.openxmlformats.org/drawingml/2006/main" name="Theme">
  <a:themeElements>
    <a:clrScheme name="тема 1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2683C6"/>
      </a:accent1>
      <a:accent2>
        <a:srgbClr val="58B6C0"/>
      </a:accent2>
      <a:accent3>
        <a:srgbClr val="75BDA7"/>
      </a:accent3>
      <a:accent4>
        <a:srgbClr val="7A8C8E"/>
      </a:accent4>
      <a:accent5>
        <a:srgbClr val="F5AE45"/>
      </a:accent5>
      <a:accent6>
        <a:srgbClr val="C72525"/>
      </a:accent6>
      <a:hlink>
        <a:srgbClr val="0070C0"/>
      </a:hlink>
      <a:folHlink>
        <a:srgbClr val="7E95DE"/>
      </a:folHlink>
    </a:clrScheme>
    <a:fontScheme name="Theme">
      <a:majorFont>
        <a:latin typeface="Open Sans"/>
        <a:ea typeface=""/>
        <a:cs typeface=""/>
      </a:majorFont>
      <a:minorFont>
        <a:latin typeface="Segoe UI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" id="{F44AECE5-9CAC-463C-9761-4D3C09ABCB2B}" vid="{1D762875-F36A-44B7-A302-EF5578A2AEA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25239828-1701001478_12584-5868</Template>
  <TotalTime>1858</TotalTime>
  <Words>4775</Words>
  <Application>Microsoft Office PowerPoint</Application>
  <PresentationFormat>Широкоэкранный</PresentationFormat>
  <Paragraphs>513</Paragraphs>
  <Slides>72</Slides>
  <Notes>72</Notes>
  <HiddenSlides>59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72</vt:i4>
      </vt:variant>
    </vt:vector>
  </HeadingPairs>
  <TitlesOfParts>
    <vt:vector size="80" baseType="lpstr">
      <vt:lpstr>Arial</vt:lpstr>
      <vt:lpstr>Calibri</vt:lpstr>
      <vt:lpstr>Cambria Math</vt:lpstr>
      <vt:lpstr>Open Sans</vt:lpstr>
      <vt:lpstr>Segoe UI</vt:lpstr>
      <vt:lpstr>Segoe UI Semibold</vt:lpstr>
      <vt:lpstr>Times New Roman</vt:lpstr>
      <vt:lpstr>Theme</vt:lpstr>
      <vt:lpstr>ДИФФЕРЕНЦИАЛЬНОЕ И  ИНТЕГРАЛЬНОЕ ИСЧИСЛЕНИЯ</vt:lpstr>
      <vt:lpstr>Содержание</vt:lpstr>
      <vt:lpstr>Дифференциальное исчисление</vt:lpstr>
      <vt:lpstr>Дифференциальное исчисление </vt:lpstr>
      <vt:lpstr>Дифференциальное исчисление </vt:lpstr>
      <vt:lpstr>Дифференциальное исчисление</vt:lpstr>
      <vt:lpstr>Дифференциальное исчисление  Определение производной, уравнение касательной и нормали к кривой</vt:lpstr>
      <vt:lpstr>Дифференциальное исчисление  Определение производной, уравнение касательной и нормали к кривой</vt:lpstr>
      <vt:lpstr>Дифференциальное исчисление  Производная суммы, разности, произведения и частного функции</vt:lpstr>
      <vt:lpstr>Дифференциальное исчисление  Производная сложной и обратной функции</vt:lpstr>
      <vt:lpstr>Дифференциальное исчисление  Таблица производных</vt:lpstr>
      <vt:lpstr>Дифференциальное исчисление  Функция, заданная параметрически</vt:lpstr>
      <vt:lpstr>Дифференциальное исчисление  Функция, заданная параметрически</vt:lpstr>
      <vt:lpstr>Дифференциальное исчисление  Логарифмическое дифференцирование</vt:lpstr>
      <vt:lpstr>Дифференциальное исчисление  Производные высших порядков</vt:lpstr>
      <vt:lpstr>Дифференциальное исчисление  Производные высших порядков</vt:lpstr>
      <vt:lpstr>Дифференциальное исчисление  Определение дифференциала функции</vt:lpstr>
      <vt:lpstr>Дифференциальное исчисление  Основные теоремы о дифференциалах</vt:lpstr>
      <vt:lpstr>Дифференциальное исчисление  Таблица дифференциалов</vt:lpstr>
      <vt:lpstr>Дифференциальное исчисление  Дифференциалы высших порядков</vt:lpstr>
      <vt:lpstr>Дифференциальное исчисление  Теоремы о дифференцируемых функциях</vt:lpstr>
      <vt:lpstr>Дифференциальное исчисление  Правила Лопиталя</vt:lpstr>
      <vt:lpstr>Дифференциальное исчисление  Правила Лопиталя</vt:lpstr>
      <vt:lpstr>Дифференциальное исчисление  Формула Тейлора</vt:lpstr>
      <vt:lpstr>Дифференциальное исчисление  Формула Тейлора</vt:lpstr>
      <vt:lpstr>Дифференциальное исчисление  Задачи для самостоятельного решения</vt:lpstr>
      <vt:lpstr>Дифференциальное исчисление  Задачи для самостоятельного решения</vt:lpstr>
      <vt:lpstr>Дифференциальное исчисление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Интегральное исчисление</vt:lpstr>
      <vt:lpstr>Интегральное исчисление </vt:lpstr>
      <vt:lpstr>Интегральное исчисление </vt:lpstr>
      <vt:lpstr>Интегральное исчисление </vt:lpstr>
      <vt:lpstr>Интегральное исчисление  Определение и свойства неопределенного интеграла</vt:lpstr>
      <vt:lpstr>Интегральное исчисление  Определение и свойства неопределенного интеграла</vt:lpstr>
      <vt:lpstr>Интегральное исчисление  Определение и свойства неопределенного интеграла</vt:lpstr>
      <vt:lpstr>Интегральное исчисление  Таблица основных неопределенных интегралов</vt:lpstr>
      <vt:lpstr>Интегральное исчисление  Основные методы интегрирования</vt:lpstr>
      <vt:lpstr>Интегральное исчисление  Основные методы интегрирования</vt:lpstr>
      <vt:lpstr>Интегральное исчисление  Интегрирование рациональных функций</vt:lpstr>
      <vt:lpstr>Интегральное исчисление  Интегрирование тригонометрических функций</vt:lpstr>
      <vt:lpstr>Интегральное исчисление  Интегрирование тригонометрических функций</vt:lpstr>
      <vt:lpstr>Интегральное исчисление  Интегрирование тригонометрических функций</vt:lpstr>
      <vt:lpstr>Интегральное исчисление  Интегрирование иррациональных функций</vt:lpstr>
      <vt:lpstr>Интегральное исчисление  Основные теоремы и свойства определенного интеграла</vt:lpstr>
      <vt:lpstr>Интегральное исчисление  Основные теоремы и свойства определенного интеграла</vt:lpstr>
      <vt:lpstr>Интегральное исчисление  Основные теоремы и свойства определенного интеграла</vt:lpstr>
      <vt:lpstr>Интегральное исчисление  Основные теоремы и свойства определенного интеграла</vt:lpstr>
      <vt:lpstr>Интегральное исчисление  Интегрирование подстановкой</vt:lpstr>
      <vt:lpstr>Интегральное исчисление  Интегрирование по частям</vt:lpstr>
      <vt:lpstr>Интегральное исчисление  Интегрирование четных и нечетных функций</vt:lpstr>
      <vt:lpstr>Интегральное исчисление  Несобственный интеграл</vt:lpstr>
      <vt:lpstr>Интегральное исчисление  Несобственный интеграл</vt:lpstr>
      <vt:lpstr>Интегральное исчисление  Задачи для самостоятельного решения</vt:lpstr>
      <vt:lpstr>Интегральное исчисление  Задачи для самостоятельного решения</vt:lpstr>
      <vt:lpstr>Интегральное исчисление  Определение производной, уравнение касательной и нормали к кривой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О пособии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Электронное пособие v.3.0</dc:title>
  <dc:creator>Katrin Bardal</dc:creator>
  <cp:lastModifiedBy>Katrin</cp:lastModifiedBy>
  <cp:revision>123</cp:revision>
  <dcterms:created xsi:type="dcterms:W3CDTF">2022-02-08T10:15:20Z</dcterms:created>
  <dcterms:modified xsi:type="dcterms:W3CDTF">2022-05-16T15:59:37Z</dcterms:modified>
</cp:coreProperties>
</file>